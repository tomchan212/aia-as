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方案 A 儲蓄</c:v>
                </c:pt>
              </c:strCache>
            </c:strRef>
          </c:tx>
          <c:cat>
            <c:strRef>
              <c:f>Sheet1!$A$2:$A$21</c:f>
              <c:strCache>
                <c:ptCount val="20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24000.0</c:v>
                </c:pt>
                <c:pt idx="1">
                  <c:v>24000.0</c:v>
                </c:pt>
                <c:pt idx="2">
                  <c:v>24000.0</c:v>
                </c:pt>
                <c:pt idx="3">
                  <c:v>24000.0</c:v>
                </c:pt>
                <c:pt idx="4">
                  <c:v>24000.0</c:v>
                </c:pt>
                <c:pt idx="5">
                  <c:v>24000.0</c:v>
                </c:pt>
                <c:pt idx="6">
                  <c:v>24000.0</c:v>
                </c:pt>
                <c:pt idx="7">
                  <c:v>24000.0</c:v>
                </c:pt>
                <c:pt idx="8">
                  <c:v>24000.0</c:v>
                </c:pt>
                <c:pt idx="9">
                  <c:v>24000.0</c:v>
                </c:pt>
                <c:pt idx="10">
                  <c:v>24000.0</c:v>
                </c:pt>
                <c:pt idx="11">
                  <c:v>24000.0</c:v>
                </c:pt>
                <c:pt idx="12">
                  <c:v>24000.0</c:v>
                </c:pt>
                <c:pt idx="13">
                  <c:v>24000.0</c:v>
                </c:pt>
                <c:pt idx="14">
                  <c:v>24000.0</c:v>
                </c:pt>
                <c:pt idx="15">
                  <c:v>24000.0</c:v>
                </c:pt>
                <c:pt idx="16">
                  <c:v>24000.0</c:v>
                </c:pt>
                <c:pt idx="17">
                  <c:v>24000.0</c:v>
                </c:pt>
                <c:pt idx="18">
                  <c:v>24000.0</c:v>
                </c:pt>
                <c:pt idx="19">
                  <c:v>24000.0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B 儲蓄</c:v>
                </c:pt>
              </c:strCache>
            </c:strRef>
          </c:tx>
          <c:cat>
            <c:strRef>
              <c:f>Sheet1!$A$2:$A$21</c:f>
              <c:strCache>
                <c:ptCount val="20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39000.0</c:v>
                </c:pt>
                <c:pt idx="1">
                  <c:v>39000.0</c:v>
                </c:pt>
                <c:pt idx="2">
                  <c:v>39000.0</c:v>
                </c:pt>
                <c:pt idx="3">
                  <c:v>39000.0</c:v>
                </c:pt>
                <c:pt idx="4">
                  <c:v>39000.0</c:v>
                </c:pt>
                <c:pt idx="5">
                  <c:v>39000.0</c:v>
                </c:pt>
                <c:pt idx="6">
                  <c:v>39000.0</c:v>
                </c:pt>
                <c:pt idx="7">
                  <c:v>39000.0</c:v>
                </c:pt>
                <c:pt idx="8">
                  <c:v>39000.0</c:v>
                </c:pt>
                <c:pt idx="9">
                  <c:v>39000.0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醫療保費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6056.8</c:v>
                </c:pt>
                <c:pt idx="1">
                  <c:v>6228.0</c:v>
                </c:pt>
                <c:pt idx="2">
                  <c:v>6482.4</c:v>
                </c:pt>
                <c:pt idx="3">
                  <c:v>6810.4</c:v>
                </c:pt>
                <c:pt idx="4">
                  <c:v>7168.0</c:v>
                </c:pt>
                <c:pt idx="5">
                  <c:v>7544.8</c:v>
                </c:pt>
                <c:pt idx="6">
                  <c:v>7987.2</c:v>
                </c:pt>
                <c:pt idx="7">
                  <c:v>8325.6</c:v>
                </c:pt>
                <c:pt idx="8">
                  <c:v>8645.6</c:v>
                </c:pt>
                <c:pt idx="9">
                  <c:v>8984.8</c:v>
                </c:pt>
                <c:pt idx="10">
                  <c:v>9292.8</c:v>
                </c:pt>
                <c:pt idx="11">
                  <c:v>9732.0</c:v>
                </c:pt>
                <c:pt idx="12">
                  <c:v>10154.4</c:v>
                </c:pt>
                <c:pt idx="13">
                  <c:v>10979.2</c:v>
                </c:pt>
                <c:pt idx="14">
                  <c:v>11612.0</c:v>
                </c:pt>
                <c:pt idx="15">
                  <c:v>12084.8</c:v>
                </c:pt>
                <c:pt idx="16">
                  <c:v>12632.8</c:v>
                </c:pt>
                <c:pt idx="17">
                  <c:v>13212.8</c:v>
                </c:pt>
                <c:pt idx="18">
                  <c:v>13836.0</c:v>
                </c:pt>
                <c:pt idx="19">
                  <c:v>14701.6</c:v>
                </c:pt>
                <c:pt idx="20">
                  <c:v>15432.8</c:v>
                </c:pt>
                <c:pt idx="21">
                  <c:v>16196.0</c:v>
                </c:pt>
                <c:pt idx="22">
                  <c:v>17027.2</c:v>
                </c:pt>
                <c:pt idx="23">
                  <c:v>18176.8</c:v>
                </c:pt>
                <c:pt idx="24">
                  <c:v>19460.0</c:v>
                </c:pt>
                <c:pt idx="25">
                  <c:v>20704.0</c:v>
                </c:pt>
                <c:pt idx="26">
                  <c:v>21959.2</c:v>
                </c:pt>
                <c:pt idx="27">
                  <c:v>23051.2</c:v>
                </c:pt>
                <c:pt idx="28">
                  <c:v>24604.0</c:v>
                </c:pt>
                <c:pt idx="29">
                  <c:v>25984.8</c:v>
                </c:pt>
                <c:pt idx="30">
                  <c:v>27374.4</c:v>
                </c:pt>
                <c:pt idx="31">
                  <c:v>28776.0</c:v>
                </c:pt>
                <c:pt idx="32">
                  <c:v>30235.2</c:v>
                </c:pt>
                <c:pt idx="33">
                  <c:v>32052.8</c:v>
                </c:pt>
                <c:pt idx="34">
                  <c:v>34171.2</c:v>
                </c:pt>
                <c:pt idx="35">
                  <c:v>36288.8</c:v>
                </c:pt>
                <c:pt idx="36">
                  <c:v>38404.8</c:v>
                </c:pt>
                <c:pt idx="37">
                  <c:v>40522.4</c:v>
                </c:pt>
                <c:pt idx="38">
                  <c:v>43017.6</c:v>
                </c:pt>
                <c:pt idx="39">
                  <c:v>45153.6</c:v>
                </c:pt>
                <c:pt idx="40">
                  <c:v>47288.0</c:v>
                </c:pt>
                <c:pt idx="41">
                  <c:v>49424.8</c:v>
                </c:pt>
                <c:pt idx="42">
                  <c:v>51560.8</c:v>
                </c:pt>
                <c:pt idx="43">
                  <c:v>54167.2</c:v>
                </c:pt>
                <c:pt idx="44">
                  <c:v>56322.4</c:v>
                </c:pt>
                <c:pt idx="45">
                  <c:v>58476.0</c:v>
                </c:pt>
                <c:pt idx="46">
                  <c:v>60631.2</c:v>
                </c:pt>
                <c:pt idx="47">
                  <c:v>62787.2</c:v>
                </c:pt>
                <c:pt idx="48">
                  <c:v>64941.6</c:v>
                </c:pt>
                <c:pt idx="49">
                  <c:v>67096.0</c:v>
                </c:pt>
                <c:pt idx="50">
                  <c:v>69250.4</c:v>
                </c:pt>
                <c:pt idx="51">
                  <c:v>71405.6</c:v>
                </c:pt>
                <c:pt idx="52">
                  <c:v>73560.8</c:v>
                </c:pt>
                <c:pt idx="53">
                  <c:v>75714.4</c:v>
                </c:pt>
                <c:pt idx="54">
                  <c:v>76766.4</c:v>
                </c:pt>
                <c:pt idx="55">
                  <c:v>77808.8</c:v>
                </c:pt>
                <c:pt idx="56">
                  <c:v>78878.4</c:v>
                </c:pt>
                <c:pt idx="57">
                  <c:v>79921.6</c:v>
                </c:pt>
                <c:pt idx="58">
                  <c:v>81028.0</c:v>
                </c:pt>
                <c:pt idx="59">
                  <c:v>82070.4</c:v>
                </c:pt>
                <c:pt idx="60">
                  <c:v>83230.4</c:v>
                </c:pt>
                <c:pt idx="61">
                  <c:v>84308.8</c:v>
                </c:pt>
                <c:pt idx="62">
                  <c:v>85424.8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方案 A 年繳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30056.8</c:v>
                </c:pt>
                <c:pt idx="1">
                  <c:v>30228.0</c:v>
                </c:pt>
                <c:pt idx="2">
                  <c:v>30482.4</c:v>
                </c:pt>
                <c:pt idx="3">
                  <c:v>30810.4</c:v>
                </c:pt>
                <c:pt idx="4">
                  <c:v>31168.0</c:v>
                </c:pt>
                <c:pt idx="5">
                  <c:v>31544.8</c:v>
                </c:pt>
                <c:pt idx="6">
                  <c:v>31987.2</c:v>
                </c:pt>
                <c:pt idx="7">
                  <c:v>32325.6</c:v>
                </c:pt>
                <c:pt idx="8">
                  <c:v>32645.6</c:v>
                </c:pt>
                <c:pt idx="9">
                  <c:v>32984.8</c:v>
                </c:pt>
                <c:pt idx="10">
                  <c:v>33292.8</c:v>
                </c:pt>
                <c:pt idx="11">
                  <c:v>33732.0</c:v>
                </c:pt>
                <c:pt idx="12">
                  <c:v>34154.4</c:v>
                </c:pt>
                <c:pt idx="13">
                  <c:v>34979.2</c:v>
                </c:pt>
                <c:pt idx="14">
                  <c:v>35612.0</c:v>
                </c:pt>
                <c:pt idx="15">
                  <c:v>36084.8</c:v>
                </c:pt>
                <c:pt idx="16">
                  <c:v>36632.8</c:v>
                </c:pt>
                <c:pt idx="17">
                  <c:v>37212.8</c:v>
                </c:pt>
                <c:pt idx="18">
                  <c:v>37836.0</c:v>
                </c:pt>
                <c:pt idx="19">
                  <c:v>38701.6</c:v>
                </c:pt>
                <c:pt idx="20">
                  <c:v>15432.8</c:v>
                </c:pt>
                <c:pt idx="21">
                  <c:v>16196.0</c:v>
                </c:pt>
                <c:pt idx="22">
                  <c:v>17027.2</c:v>
                </c:pt>
                <c:pt idx="23">
                  <c:v>18176.8</c:v>
                </c:pt>
                <c:pt idx="24">
                  <c:v>19460.0</c:v>
                </c:pt>
                <c:pt idx="25">
                  <c:v>20704.0</c:v>
                </c:pt>
                <c:pt idx="26">
                  <c:v>21959.2</c:v>
                </c:pt>
                <c:pt idx="27">
                  <c:v>23051.2</c:v>
                </c:pt>
                <c:pt idx="28">
                  <c:v>24604.0</c:v>
                </c:pt>
                <c:pt idx="29">
                  <c:v>25984.8</c:v>
                </c:pt>
                <c:pt idx="30">
                  <c:v>27374.4</c:v>
                </c:pt>
                <c:pt idx="31">
                  <c:v>28776.0</c:v>
                </c:pt>
                <c:pt idx="32">
                  <c:v>30235.2</c:v>
                </c:pt>
                <c:pt idx="33">
                  <c:v>32052.8</c:v>
                </c:pt>
                <c:pt idx="34">
                  <c:v>34171.2</c:v>
                </c:pt>
                <c:pt idx="35">
                  <c:v>36288.8</c:v>
                </c:pt>
                <c:pt idx="36">
                  <c:v>38404.8</c:v>
                </c:pt>
                <c:pt idx="37">
                  <c:v>40522.4</c:v>
                </c:pt>
                <c:pt idx="38">
                  <c:v>43017.6</c:v>
                </c:pt>
                <c:pt idx="39">
                  <c:v>45153.6</c:v>
                </c:pt>
                <c:pt idx="40">
                  <c:v>47288.0</c:v>
                </c:pt>
                <c:pt idx="41">
                  <c:v>49424.8</c:v>
                </c:pt>
                <c:pt idx="42">
                  <c:v>51560.8</c:v>
                </c:pt>
                <c:pt idx="43">
                  <c:v>54167.2</c:v>
                </c:pt>
                <c:pt idx="44">
                  <c:v>56322.4</c:v>
                </c:pt>
                <c:pt idx="45">
                  <c:v>58476.0</c:v>
                </c:pt>
                <c:pt idx="46">
                  <c:v>60631.2</c:v>
                </c:pt>
                <c:pt idx="47">
                  <c:v>62787.2</c:v>
                </c:pt>
                <c:pt idx="48">
                  <c:v>64941.6</c:v>
                </c:pt>
                <c:pt idx="49">
                  <c:v>67096.0</c:v>
                </c:pt>
                <c:pt idx="50">
                  <c:v>69250.4</c:v>
                </c:pt>
                <c:pt idx="51">
                  <c:v>71405.6</c:v>
                </c:pt>
                <c:pt idx="52">
                  <c:v>73560.8</c:v>
                </c:pt>
                <c:pt idx="53">
                  <c:v>75714.4</c:v>
                </c:pt>
                <c:pt idx="54">
                  <c:v>76766.4</c:v>
                </c:pt>
                <c:pt idx="55">
                  <c:v>77808.8</c:v>
                </c:pt>
                <c:pt idx="56">
                  <c:v>78878.4</c:v>
                </c:pt>
                <c:pt idx="57">
                  <c:v>79921.6</c:v>
                </c:pt>
                <c:pt idx="58">
                  <c:v>81028.0</c:v>
                </c:pt>
                <c:pt idx="59">
                  <c:v>82070.4</c:v>
                </c:pt>
                <c:pt idx="60">
                  <c:v>83230.4</c:v>
                </c:pt>
                <c:pt idx="61">
                  <c:v>84308.8</c:v>
                </c:pt>
                <c:pt idx="62">
                  <c:v>85424.8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B 年繳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45056.8</c:v>
                </c:pt>
                <c:pt idx="1">
                  <c:v>45228.0</c:v>
                </c:pt>
                <c:pt idx="2">
                  <c:v>45482.4</c:v>
                </c:pt>
                <c:pt idx="3">
                  <c:v>45810.4</c:v>
                </c:pt>
                <c:pt idx="4">
                  <c:v>46168.0</c:v>
                </c:pt>
                <c:pt idx="5">
                  <c:v>46544.8</c:v>
                </c:pt>
                <c:pt idx="6">
                  <c:v>46987.2</c:v>
                </c:pt>
                <c:pt idx="7">
                  <c:v>47325.6</c:v>
                </c:pt>
                <c:pt idx="8">
                  <c:v>47645.6</c:v>
                </c:pt>
                <c:pt idx="9">
                  <c:v>47984.8</c:v>
                </c:pt>
                <c:pt idx="10">
                  <c:v>9292.8</c:v>
                </c:pt>
                <c:pt idx="11">
                  <c:v>9732.0</c:v>
                </c:pt>
                <c:pt idx="12">
                  <c:v>10154.4</c:v>
                </c:pt>
                <c:pt idx="13">
                  <c:v>10979.2</c:v>
                </c:pt>
                <c:pt idx="14">
                  <c:v>11612.0</c:v>
                </c:pt>
                <c:pt idx="15">
                  <c:v>12084.8</c:v>
                </c:pt>
                <c:pt idx="16">
                  <c:v>12632.8</c:v>
                </c:pt>
                <c:pt idx="17">
                  <c:v>13212.8</c:v>
                </c:pt>
                <c:pt idx="18">
                  <c:v>13836.0</c:v>
                </c:pt>
                <c:pt idx="19">
                  <c:v>14701.6</c:v>
                </c:pt>
                <c:pt idx="20">
                  <c:v>15432.8</c:v>
                </c:pt>
                <c:pt idx="21">
                  <c:v>16196.0</c:v>
                </c:pt>
                <c:pt idx="22">
                  <c:v>17027.2</c:v>
                </c:pt>
                <c:pt idx="23">
                  <c:v>18176.8</c:v>
                </c:pt>
                <c:pt idx="24">
                  <c:v>19460.0</c:v>
                </c:pt>
                <c:pt idx="25">
                  <c:v>20704.0</c:v>
                </c:pt>
                <c:pt idx="26">
                  <c:v>21959.2</c:v>
                </c:pt>
                <c:pt idx="27">
                  <c:v>23051.2</c:v>
                </c:pt>
                <c:pt idx="28">
                  <c:v>24604.0</c:v>
                </c:pt>
                <c:pt idx="29">
                  <c:v>25984.8</c:v>
                </c:pt>
                <c:pt idx="30">
                  <c:v>27374.4</c:v>
                </c:pt>
                <c:pt idx="31">
                  <c:v>28776.0</c:v>
                </c:pt>
                <c:pt idx="32">
                  <c:v>30235.2</c:v>
                </c:pt>
                <c:pt idx="33">
                  <c:v>32052.8</c:v>
                </c:pt>
                <c:pt idx="34">
                  <c:v>34171.2</c:v>
                </c:pt>
                <c:pt idx="35">
                  <c:v>36288.8</c:v>
                </c:pt>
                <c:pt idx="36">
                  <c:v>38404.8</c:v>
                </c:pt>
                <c:pt idx="37">
                  <c:v>40522.4</c:v>
                </c:pt>
                <c:pt idx="38">
                  <c:v>43017.6</c:v>
                </c:pt>
                <c:pt idx="39">
                  <c:v>45153.6</c:v>
                </c:pt>
                <c:pt idx="40">
                  <c:v>47288.0</c:v>
                </c:pt>
                <c:pt idx="41">
                  <c:v>49424.8</c:v>
                </c:pt>
                <c:pt idx="42">
                  <c:v>51560.8</c:v>
                </c:pt>
                <c:pt idx="43">
                  <c:v>54167.2</c:v>
                </c:pt>
                <c:pt idx="44">
                  <c:v>56322.4</c:v>
                </c:pt>
                <c:pt idx="45">
                  <c:v>58476.0</c:v>
                </c:pt>
                <c:pt idx="46">
                  <c:v>60631.2</c:v>
                </c:pt>
                <c:pt idx="47">
                  <c:v>62787.2</c:v>
                </c:pt>
                <c:pt idx="48">
                  <c:v>64941.6</c:v>
                </c:pt>
                <c:pt idx="49">
                  <c:v>67096.0</c:v>
                </c:pt>
                <c:pt idx="50">
                  <c:v>69250.4</c:v>
                </c:pt>
                <c:pt idx="51">
                  <c:v>71405.6</c:v>
                </c:pt>
                <c:pt idx="52">
                  <c:v>73560.8</c:v>
                </c:pt>
                <c:pt idx="53">
                  <c:v>75714.4</c:v>
                </c:pt>
                <c:pt idx="54">
                  <c:v>76766.4</c:v>
                </c:pt>
                <c:pt idx="55">
                  <c:v>77808.8</c:v>
                </c:pt>
                <c:pt idx="56">
                  <c:v>78878.4</c:v>
                </c:pt>
                <c:pt idx="57">
                  <c:v>79921.6</c:v>
                </c:pt>
                <c:pt idx="58">
                  <c:v>81028.0</c:v>
                </c:pt>
                <c:pt idx="59">
                  <c:v>82070.4</c:v>
                </c:pt>
                <c:pt idx="60">
                  <c:v>83230.4</c:v>
                </c:pt>
                <c:pt idx="61">
                  <c:v>84308.8</c:v>
                </c:pt>
                <c:pt idx="62">
                  <c:v>85424.8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方案 A2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23550.0</c:v>
                </c:pt>
                <c:pt idx="1">
                  <c:v>23550.0</c:v>
                </c:pt>
                <c:pt idx="2">
                  <c:v>23550.0</c:v>
                </c:pt>
                <c:pt idx="3">
                  <c:v>23550.0</c:v>
                </c:pt>
                <c:pt idx="4">
                  <c:v>23550.0</c:v>
                </c:pt>
                <c:pt idx="5">
                  <c:v>23550.0</c:v>
                </c:pt>
                <c:pt idx="6">
                  <c:v>23550.0</c:v>
                </c:pt>
                <c:pt idx="7">
                  <c:v>23550.0</c:v>
                </c:pt>
                <c:pt idx="8">
                  <c:v>23550.0</c:v>
                </c:pt>
                <c:pt idx="9">
                  <c:v>23550.0</c:v>
                </c:pt>
                <c:pt idx="10">
                  <c:v>23550.0</c:v>
                </c:pt>
                <c:pt idx="11">
                  <c:v>23550.0</c:v>
                </c:pt>
                <c:pt idx="12">
                  <c:v>23550.0</c:v>
                </c:pt>
                <c:pt idx="13">
                  <c:v>23550.0</c:v>
                </c:pt>
                <c:pt idx="14">
                  <c:v>23550.0</c:v>
                </c:pt>
                <c:pt idx="15">
                  <c:v>31400.0</c:v>
                </c:pt>
                <c:pt idx="16">
                  <c:v>31400.0</c:v>
                </c:pt>
                <c:pt idx="17">
                  <c:v>31400.0</c:v>
                </c:pt>
                <c:pt idx="18">
                  <c:v>31400.0</c:v>
                </c:pt>
                <c:pt idx="19">
                  <c:v>31400.0</c:v>
                </c:pt>
                <c:pt idx="20">
                  <c:v>31400.0</c:v>
                </c:pt>
                <c:pt idx="21">
                  <c:v>31400.0</c:v>
                </c:pt>
                <c:pt idx="22">
                  <c:v>31400.0</c:v>
                </c:pt>
                <c:pt idx="23">
                  <c:v>31400.0</c:v>
                </c:pt>
                <c:pt idx="24">
                  <c:v>31400.0</c:v>
                </c:pt>
                <c:pt idx="25">
                  <c:v>31400.0</c:v>
                </c:pt>
                <c:pt idx="26">
                  <c:v>39250.0</c:v>
                </c:pt>
                <c:pt idx="27">
                  <c:v>39250.0</c:v>
                </c:pt>
                <c:pt idx="28">
                  <c:v>39250.0</c:v>
                </c:pt>
                <c:pt idx="29">
                  <c:v>39250.0</c:v>
                </c:pt>
                <c:pt idx="30">
                  <c:v>39250.0</c:v>
                </c:pt>
                <c:pt idx="31">
                  <c:v>39250.0</c:v>
                </c:pt>
                <c:pt idx="32">
                  <c:v>39250.0</c:v>
                </c:pt>
                <c:pt idx="33">
                  <c:v>39250.0</c:v>
                </c:pt>
                <c:pt idx="34">
                  <c:v>39250.0</c:v>
                </c:pt>
                <c:pt idx="35">
                  <c:v>39250.0</c:v>
                </c:pt>
                <c:pt idx="36">
                  <c:v>39250.0</c:v>
                </c:pt>
                <c:pt idx="37">
                  <c:v>39250.0</c:v>
                </c:pt>
                <c:pt idx="38">
                  <c:v>39250.0</c:v>
                </c:pt>
                <c:pt idx="39">
                  <c:v>39250.0</c:v>
                </c:pt>
                <c:pt idx="40">
                  <c:v>39250.0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A1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15700.0</c:v>
                </c:pt>
                <c:pt idx="6">
                  <c:v>15700.0</c:v>
                </c:pt>
                <c:pt idx="7">
                  <c:v>15700.0</c:v>
                </c:pt>
                <c:pt idx="8">
                  <c:v>15700.0</c:v>
                </c:pt>
                <c:pt idx="9">
                  <c:v>15700.0</c:v>
                </c:pt>
                <c:pt idx="10">
                  <c:v>15700.0</c:v>
                </c:pt>
                <c:pt idx="11">
                  <c:v>15700.0</c:v>
                </c:pt>
                <c:pt idx="12">
                  <c:v>15700.0</c:v>
                </c:pt>
                <c:pt idx="13">
                  <c:v>15700.0</c:v>
                </c:pt>
                <c:pt idx="14">
                  <c:v>15700.0</c:v>
                </c:pt>
                <c:pt idx="15">
                  <c:v>23550.0</c:v>
                </c:pt>
                <c:pt idx="16">
                  <c:v>23550.0</c:v>
                </c:pt>
                <c:pt idx="17">
                  <c:v>23550.0</c:v>
                </c:pt>
                <c:pt idx="18">
                  <c:v>23550.0</c:v>
                </c:pt>
                <c:pt idx="19">
                  <c:v>23550.0</c:v>
                </c:pt>
                <c:pt idx="20">
                  <c:v>23550.0</c:v>
                </c:pt>
                <c:pt idx="21">
                  <c:v>23550.0</c:v>
                </c:pt>
                <c:pt idx="22">
                  <c:v>23550.0</c:v>
                </c:pt>
                <c:pt idx="23">
                  <c:v>23550.0</c:v>
                </c:pt>
                <c:pt idx="24">
                  <c:v>23550.0</c:v>
                </c:pt>
                <c:pt idx="25">
                  <c:v>23550.0</c:v>
                </c:pt>
                <c:pt idx="26">
                  <c:v>31400.0</c:v>
                </c:pt>
                <c:pt idx="27">
                  <c:v>31400.0</c:v>
                </c:pt>
                <c:pt idx="28">
                  <c:v>31400.0</c:v>
                </c:pt>
                <c:pt idx="29">
                  <c:v>31400.0</c:v>
                </c:pt>
                <c:pt idx="30">
                  <c:v>31400.0</c:v>
                </c:pt>
                <c:pt idx="31">
                  <c:v>31400.0</c:v>
                </c:pt>
                <c:pt idx="32">
                  <c:v>31400.0</c:v>
                </c:pt>
                <c:pt idx="33">
                  <c:v>31400.0</c:v>
                </c:pt>
                <c:pt idx="34">
                  <c:v>31400.0</c:v>
                </c:pt>
                <c:pt idx="35">
                  <c:v>31400.0</c:v>
                </c:pt>
                <c:pt idx="36">
                  <c:v>31400.0</c:v>
                </c:pt>
                <c:pt idx="37">
                  <c:v>31400.0</c:v>
                </c:pt>
                <c:pt idx="38">
                  <c:v>31400.0</c:v>
                </c:pt>
                <c:pt idx="39">
                  <c:v>31400.0</c:v>
                </c:pt>
                <c:pt idx="40">
                  <c:v>31400.0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方案 A 合計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23550.0</c:v>
                </c:pt>
                <c:pt idx="1">
                  <c:v>23550.0</c:v>
                </c:pt>
                <c:pt idx="2">
                  <c:v>23550.0</c:v>
                </c:pt>
                <c:pt idx="3">
                  <c:v>23550.0</c:v>
                </c:pt>
                <c:pt idx="4">
                  <c:v>23550.0</c:v>
                </c:pt>
                <c:pt idx="5">
                  <c:v>39250.0</c:v>
                </c:pt>
                <c:pt idx="6">
                  <c:v>39250.0</c:v>
                </c:pt>
                <c:pt idx="7">
                  <c:v>39250.0</c:v>
                </c:pt>
                <c:pt idx="8">
                  <c:v>39250.0</c:v>
                </c:pt>
                <c:pt idx="9">
                  <c:v>39250.0</c:v>
                </c:pt>
                <c:pt idx="10">
                  <c:v>39250.0</c:v>
                </c:pt>
                <c:pt idx="11">
                  <c:v>39250.0</c:v>
                </c:pt>
                <c:pt idx="12">
                  <c:v>39250.0</c:v>
                </c:pt>
                <c:pt idx="13">
                  <c:v>39250.0</c:v>
                </c:pt>
                <c:pt idx="14">
                  <c:v>39250.0</c:v>
                </c:pt>
                <c:pt idx="15">
                  <c:v>54950.0</c:v>
                </c:pt>
                <c:pt idx="16">
                  <c:v>54950.0</c:v>
                </c:pt>
                <c:pt idx="17">
                  <c:v>54950.0</c:v>
                </c:pt>
                <c:pt idx="18">
                  <c:v>54950.0</c:v>
                </c:pt>
                <c:pt idx="19">
                  <c:v>54950.0</c:v>
                </c:pt>
                <c:pt idx="20">
                  <c:v>54950.0</c:v>
                </c:pt>
                <c:pt idx="21">
                  <c:v>54950.0</c:v>
                </c:pt>
                <c:pt idx="22">
                  <c:v>54950.0</c:v>
                </c:pt>
                <c:pt idx="23">
                  <c:v>54950.0</c:v>
                </c:pt>
                <c:pt idx="24">
                  <c:v>54950.0</c:v>
                </c:pt>
                <c:pt idx="25">
                  <c:v>54950.0</c:v>
                </c:pt>
                <c:pt idx="26">
                  <c:v>70650.0</c:v>
                </c:pt>
                <c:pt idx="27">
                  <c:v>70650.0</c:v>
                </c:pt>
                <c:pt idx="28">
                  <c:v>70650.0</c:v>
                </c:pt>
                <c:pt idx="29">
                  <c:v>70650.0</c:v>
                </c:pt>
                <c:pt idx="30">
                  <c:v>70650.0</c:v>
                </c:pt>
                <c:pt idx="31">
                  <c:v>70650.0</c:v>
                </c:pt>
                <c:pt idx="32">
                  <c:v>70650.0</c:v>
                </c:pt>
                <c:pt idx="33">
                  <c:v>70650.0</c:v>
                </c:pt>
                <c:pt idx="34">
                  <c:v>70650.0</c:v>
                </c:pt>
                <c:pt idx="35">
                  <c:v>70650.0</c:v>
                </c:pt>
                <c:pt idx="36">
                  <c:v>70650.0</c:v>
                </c:pt>
                <c:pt idx="37">
                  <c:v>70650.0</c:v>
                </c:pt>
                <c:pt idx="38">
                  <c:v>70650.0</c:v>
                </c:pt>
                <c:pt idx="39">
                  <c:v>70650.0</c:v>
                </c:pt>
                <c:pt idx="40">
                  <c:v>70650.0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方案 B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23550.0</c:v>
                </c:pt>
                <c:pt idx="1">
                  <c:v>23550.0</c:v>
                </c:pt>
                <c:pt idx="2">
                  <c:v>23550.0</c:v>
                </c:pt>
                <c:pt idx="3">
                  <c:v>23550.0</c:v>
                </c:pt>
                <c:pt idx="4">
                  <c:v>23550.0</c:v>
                </c:pt>
                <c:pt idx="5">
                  <c:v>39250.0</c:v>
                </c:pt>
                <c:pt idx="6">
                  <c:v>39250.0</c:v>
                </c:pt>
                <c:pt idx="7">
                  <c:v>39250.0</c:v>
                </c:pt>
                <c:pt idx="8">
                  <c:v>39250.0</c:v>
                </c:pt>
                <c:pt idx="9">
                  <c:v>39250.0</c:v>
                </c:pt>
                <c:pt idx="10">
                  <c:v>39250.0</c:v>
                </c:pt>
                <c:pt idx="11">
                  <c:v>39250.0</c:v>
                </c:pt>
                <c:pt idx="12">
                  <c:v>39250.0</c:v>
                </c:pt>
                <c:pt idx="13">
                  <c:v>39250.0</c:v>
                </c:pt>
                <c:pt idx="14">
                  <c:v>39250.0</c:v>
                </c:pt>
                <c:pt idx="15">
                  <c:v>54950.0</c:v>
                </c:pt>
                <c:pt idx="16">
                  <c:v>54950.0</c:v>
                </c:pt>
                <c:pt idx="17">
                  <c:v>54950.0</c:v>
                </c:pt>
                <c:pt idx="18">
                  <c:v>54950.0</c:v>
                </c:pt>
                <c:pt idx="19">
                  <c:v>54950.0</c:v>
                </c:pt>
                <c:pt idx="20">
                  <c:v>54950.0</c:v>
                </c:pt>
                <c:pt idx="21">
                  <c:v>54950.0</c:v>
                </c:pt>
                <c:pt idx="22">
                  <c:v>54950.0</c:v>
                </c:pt>
                <c:pt idx="23">
                  <c:v>54950.0</c:v>
                </c:pt>
                <c:pt idx="24">
                  <c:v>54950.0</c:v>
                </c:pt>
                <c:pt idx="25">
                  <c:v>70650.0</c:v>
                </c:pt>
                <c:pt idx="26">
                  <c:v>70650.0</c:v>
                </c:pt>
                <c:pt idx="27">
                  <c:v>70650.0</c:v>
                </c:pt>
                <c:pt idx="28">
                  <c:v>70650.0</c:v>
                </c:pt>
                <c:pt idx="29">
                  <c:v>70650.0</c:v>
                </c:pt>
                <c:pt idx="30">
                  <c:v>70650.0</c:v>
                </c:pt>
                <c:pt idx="31">
                  <c:v>70650.0</c:v>
                </c:pt>
                <c:pt idx="32">
                  <c:v>70650.0</c:v>
                </c:pt>
                <c:pt idx="33">
                  <c:v>70650.0</c:v>
                </c:pt>
                <c:pt idx="34">
                  <c:v>70650.0</c:v>
                </c:pt>
                <c:pt idx="35">
                  <c:v>70650.0</c:v>
                </c:pt>
                <c:pt idx="36">
                  <c:v>70650.0</c:v>
                </c:pt>
                <c:pt idx="37">
                  <c:v>70650.0</c:v>
                </c:pt>
                <c:pt idx="38">
                  <c:v>70650.0</c:v>
                </c:pt>
                <c:pt idx="39">
                  <c:v>70650.0</c:v>
                </c:pt>
                <c:pt idx="40">
                  <c:v>70650.0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方案 A 累計提取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23550.0</c:v>
                </c:pt>
                <c:pt idx="1">
                  <c:v>47100.0</c:v>
                </c:pt>
                <c:pt idx="2">
                  <c:v>70650.0</c:v>
                </c:pt>
                <c:pt idx="3">
                  <c:v>94200.0</c:v>
                </c:pt>
                <c:pt idx="4">
                  <c:v>117750.0</c:v>
                </c:pt>
                <c:pt idx="5">
                  <c:v>157000.0</c:v>
                </c:pt>
                <c:pt idx="6">
                  <c:v>196250.0</c:v>
                </c:pt>
                <c:pt idx="7">
                  <c:v>235500.0</c:v>
                </c:pt>
                <c:pt idx="8">
                  <c:v>274750.0</c:v>
                </c:pt>
                <c:pt idx="9">
                  <c:v>314000.0</c:v>
                </c:pt>
                <c:pt idx="10">
                  <c:v>353250.0</c:v>
                </c:pt>
                <c:pt idx="11">
                  <c:v>392500.0</c:v>
                </c:pt>
                <c:pt idx="12">
                  <c:v>431750.0</c:v>
                </c:pt>
                <c:pt idx="13">
                  <c:v>471000.0</c:v>
                </c:pt>
                <c:pt idx="14">
                  <c:v>510250.0</c:v>
                </c:pt>
                <c:pt idx="15">
                  <c:v>565200.0</c:v>
                </c:pt>
                <c:pt idx="16">
                  <c:v>620150.0</c:v>
                </c:pt>
                <c:pt idx="17">
                  <c:v>675100.0</c:v>
                </c:pt>
                <c:pt idx="18">
                  <c:v>730050.0</c:v>
                </c:pt>
                <c:pt idx="19">
                  <c:v>785000.0</c:v>
                </c:pt>
                <c:pt idx="20">
                  <c:v>839950.0</c:v>
                </c:pt>
                <c:pt idx="21">
                  <c:v>894900.0</c:v>
                </c:pt>
                <c:pt idx="22">
                  <c:v>949850.0</c:v>
                </c:pt>
                <c:pt idx="23">
                  <c:v>1004800.0</c:v>
                </c:pt>
                <c:pt idx="24">
                  <c:v>1059750.0</c:v>
                </c:pt>
                <c:pt idx="25">
                  <c:v>1114700.0</c:v>
                </c:pt>
                <c:pt idx="26">
                  <c:v>1185350.0</c:v>
                </c:pt>
                <c:pt idx="27">
                  <c:v>1256000.0</c:v>
                </c:pt>
                <c:pt idx="28">
                  <c:v>1326650.0</c:v>
                </c:pt>
                <c:pt idx="29">
                  <c:v>1397300.0</c:v>
                </c:pt>
                <c:pt idx="30">
                  <c:v>1467950.0</c:v>
                </c:pt>
                <c:pt idx="31">
                  <c:v>1538600.0</c:v>
                </c:pt>
                <c:pt idx="32">
                  <c:v>1609250.0</c:v>
                </c:pt>
                <c:pt idx="33">
                  <c:v>1679900.0</c:v>
                </c:pt>
                <c:pt idx="34">
                  <c:v>1750550.0</c:v>
                </c:pt>
                <c:pt idx="35">
                  <c:v>1821200.0</c:v>
                </c:pt>
                <c:pt idx="36">
                  <c:v>1891850.0</c:v>
                </c:pt>
                <c:pt idx="37">
                  <c:v>1962500.0</c:v>
                </c:pt>
                <c:pt idx="38">
                  <c:v>2033150.0</c:v>
                </c:pt>
                <c:pt idx="39">
                  <c:v>2103800.0</c:v>
                </c:pt>
                <c:pt idx="40">
                  <c:v>2174450.0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B 累計提取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23550.0</c:v>
                </c:pt>
                <c:pt idx="1">
                  <c:v>47100.0</c:v>
                </c:pt>
                <c:pt idx="2">
                  <c:v>70650.0</c:v>
                </c:pt>
                <c:pt idx="3">
                  <c:v>94200.0</c:v>
                </c:pt>
                <c:pt idx="4">
                  <c:v>117750.0</c:v>
                </c:pt>
                <c:pt idx="5">
                  <c:v>157000.0</c:v>
                </c:pt>
                <c:pt idx="6">
                  <c:v>196250.0</c:v>
                </c:pt>
                <c:pt idx="7">
                  <c:v>235500.0</c:v>
                </c:pt>
                <c:pt idx="8">
                  <c:v>274750.0</c:v>
                </c:pt>
                <c:pt idx="9">
                  <c:v>314000.0</c:v>
                </c:pt>
                <c:pt idx="10">
                  <c:v>353250.0</c:v>
                </c:pt>
                <c:pt idx="11">
                  <c:v>392500.0</c:v>
                </c:pt>
                <c:pt idx="12">
                  <c:v>431750.0</c:v>
                </c:pt>
                <c:pt idx="13">
                  <c:v>471000.0</c:v>
                </c:pt>
                <c:pt idx="14">
                  <c:v>510250.0</c:v>
                </c:pt>
                <c:pt idx="15">
                  <c:v>565200.0</c:v>
                </c:pt>
                <c:pt idx="16">
                  <c:v>620150.0</c:v>
                </c:pt>
                <c:pt idx="17">
                  <c:v>675100.0</c:v>
                </c:pt>
                <c:pt idx="18">
                  <c:v>730050.0</c:v>
                </c:pt>
                <c:pt idx="19">
                  <c:v>785000.0</c:v>
                </c:pt>
                <c:pt idx="20">
                  <c:v>839950.0</c:v>
                </c:pt>
                <c:pt idx="21">
                  <c:v>894900.0</c:v>
                </c:pt>
                <c:pt idx="22">
                  <c:v>949850.0</c:v>
                </c:pt>
                <c:pt idx="23">
                  <c:v>1004800.0</c:v>
                </c:pt>
                <c:pt idx="24">
                  <c:v>1059750.0</c:v>
                </c:pt>
                <c:pt idx="25">
                  <c:v>1130400.0</c:v>
                </c:pt>
                <c:pt idx="26">
                  <c:v>1201050.0</c:v>
                </c:pt>
                <c:pt idx="27">
                  <c:v>1271700.0</c:v>
                </c:pt>
                <c:pt idx="28">
                  <c:v>1342350.0</c:v>
                </c:pt>
                <c:pt idx="29">
                  <c:v>1413000.0</c:v>
                </c:pt>
                <c:pt idx="30">
                  <c:v>1483650.0</c:v>
                </c:pt>
                <c:pt idx="31">
                  <c:v>1554300.0</c:v>
                </c:pt>
                <c:pt idx="32">
                  <c:v>1624950.0</c:v>
                </c:pt>
                <c:pt idx="33">
                  <c:v>1695600.0</c:v>
                </c:pt>
                <c:pt idx="34">
                  <c:v>1766250.0</c:v>
                </c:pt>
                <c:pt idx="35">
                  <c:v>1836900.0</c:v>
                </c:pt>
                <c:pt idx="36">
                  <c:v>1907550.0</c:v>
                </c:pt>
                <c:pt idx="37">
                  <c:v>1978200.0</c:v>
                </c:pt>
                <c:pt idx="38">
                  <c:v>2048850.0</c:v>
                </c:pt>
                <c:pt idx="39">
                  <c:v>2119500.0</c:v>
                </c:pt>
                <c:pt idx="40">
                  <c:v>2190150.0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當年醫療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17027.2</c:v>
                </c:pt>
                <c:pt idx="1">
                  <c:v>18176.8</c:v>
                </c:pt>
                <c:pt idx="2">
                  <c:v>19460.0</c:v>
                </c:pt>
                <c:pt idx="3">
                  <c:v>20704.0</c:v>
                </c:pt>
                <c:pt idx="4">
                  <c:v>21959.2</c:v>
                </c:pt>
                <c:pt idx="5">
                  <c:v>23051.2</c:v>
                </c:pt>
                <c:pt idx="6">
                  <c:v>24604.0</c:v>
                </c:pt>
                <c:pt idx="7">
                  <c:v>25984.8</c:v>
                </c:pt>
                <c:pt idx="8">
                  <c:v>27374.4</c:v>
                </c:pt>
                <c:pt idx="9">
                  <c:v>28776.0</c:v>
                </c:pt>
                <c:pt idx="10">
                  <c:v>30235.2</c:v>
                </c:pt>
                <c:pt idx="11">
                  <c:v>32052.8</c:v>
                </c:pt>
                <c:pt idx="12">
                  <c:v>34171.2</c:v>
                </c:pt>
                <c:pt idx="13">
                  <c:v>36288.8</c:v>
                </c:pt>
                <c:pt idx="14">
                  <c:v>38404.8</c:v>
                </c:pt>
                <c:pt idx="15">
                  <c:v>40522.4</c:v>
                </c:pt>
                <c:pt idx="16">
                  <c:v>43017.6</c:v>
                </c:pt>
                <c:pt idx="17">
                  <c:v>45153.6</c:v>
                </c:pt>
                <c:pt idx="18">
                  <c:v>47288.0</c:v>
                </c:pt>
                <c:pt idx="19">
                  <c:v>49424.8</c:v>
                </c:pt>
                <c:pt idx="20">
                  <c:v>51560.8</c:v>
                </c:pt>
                <c:pt idx="21">
                  <c:v>54167.2</c:v>
                </c:pt>
                <c:pt idx="22">
                  <c:v>56322.4</c:v>
                </c:pt>
                <c:pt idx="23">
                  <c:v>58476.0</c:v>
                </c:pt>
                <c:pt idx="24">
                  <c:v>60631.2</c:v>
                </c:pt>
                <c:pt idx="25">
                  <c:v>62787.2</c:v>
                </c:pt>
                <c:pt idx="26">
                  <c:v>64941.6</c:v>
                </c:pt>
                <c:pt idx="27">
                  <c:v>67096.0</c:v>
                </c:pt>
                <c:pt idx="28">
                  <c:v>69250.4</c:v>
                </c:pt>
                <c:pt idx="29">
                  <c:v>71405.6</c:v>
                </c:pt>
                <c:pt idx="30">
                  <c:v>73560.8</c:v>
                </c:pt>
                <c:pt idx="31">
                  <c:v>75714.4</c:v>
                </c:pt>
                <c:pt idx="32">
                  <c:v>76766.4</c:v>
                </c:pt>
                <c:pt idx="33">
                  <c:v>77808.8</c:v>
                </c:pt>
                <c:pt idx="34">
                  <c:v>78878.4</c:v>
                </c:pt>
                <c:pt idx="35">
                  <c:v>79921.6</c:v>
                </c:pt>
                <c:pt idx="36">
                  <c:v>81028.0</c:v>
                </c:pt>
                <c:pt idx="37">
                  <c:v>82070.4</c:v>
                </c:pt>
                <c:pt idx="38">
                  <c:v>83230.4</c:v>
                </c:pt>
                <c:pt idx="39">
                  <c:v>84308.8</c:v>
                </c:pt>
                <c:pt idx="40">
                  <c:v>85424.8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A 提取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23550.0</c:v>
                </c:pt>
                <c:pt idx="1">
                  <c:v>23550.0</c:v>
                </c:pt>
                <c:pt idx="2">
                  <c:v>23550.0</c:v>
                </c:pt>
                <c:pt idx="3">
                  <c:v>23550.0</c:v>
                </c:pt>
                <c:pt idx="4">
                  <c:v>23550.0</c:v>
                </c:pt>
                <c:pt idx="5">
                  <c:v>39250.0</c:v>
                </c:pt>
                <c:pt idx="6">
                  <c:v>39250.0</c:v>
                </c:pt>
                <c:pt idx="7">
                  <c:v>39250.0</c:v>
                </c:pt>
                <c:pt idx="8">
                  <c:v>39250.0</c:v>
                </c:pt>
                <c:pt idx="9">
                  <c:v>39250.0</c:v>
                </c:pt>
                <c:pt idx="10">
                  <c:v>39250.0</c:v>
                </c:pt>
                <c:pt idx="11">
                  <c:v>39250.0</c:v>
                </c:pt>
                <c:pt idx="12">
                  <c:v>39250.0</c:v>
                </c:pt>
                <c:pt idx="13">
                  <c:v>39250.0</c:v>
                </c:pt>
                <c:pt idx="14">
                  <c:v>39250.0</c:v>
                </c:pt>
                <c:pt idx="15">
                  <c:v>54950.0</c:v>
                </c:pt>
                <c:pt idx="16">
                  <c:v>54950.0</c:v>
                </c:pt>
                <c:pt idx="17">
                  <c:v>54950.0</c:v>
                </c:pt>
                <c:pt idx="18">
                  <c:v>54950.0</c:v>
                </c:pt>
                <c:pt idx="19">
                  <c:v>54950.0</c:v>
                </c:pt>
                <c:pt idx="20">
                  <c:v>54950.0</c:v>
                </c:pt>
                <c:pt idx="21">
                  <c:v>54950.0</c:v>
                </c:pt>
                <c:pt idx="22">
                  <c:v>54950.0</c:v>
                </c:pt>
                <c:pt idx="23">
                  <c:v>54950.0</c:v>
                </c:pt>
                <c:pt idx="24">
                  <c:v>54950.0</c:v>
                </c:pt>
                <c:pt idx="25">
                  <c:v>54950.0</c:v>
                </c:pt>
                <c:pt idx="26">
                  <c:v>70650.0</c:v>
                </c:pt>
                <c:pt idx="27">
                  <c:v>70650.0</c:v>
                </c:pt>
                <c:pt idx="28">
                  <c:v>70650.0</c:v>
                </c:pt>
                <c:pt idx="29">
                  <c:v>70650.0</c:v>
                </c:pt>
                <c:pt idx="30">
                  <c:v>70650.0</c:v>
                </c:pt>
                <c:pt idx="31">
                  <c:v>70650.0</c:v>
                </c:pt>
                <c:pt idx="32">
                  <c:v>70650.0</c:v>
                </c:pt>
                <c:pt idx="33">
                  <c:v>70650.0</c:v>
                </c:pt>
                <c:pt idx="34">
                  <c:v>70650.0</c:v>
                </c:pt>
                <c:pt idx="35">
                  <c:v>70650.0</c:v>
                </c:pt>
                <c:pt idx="36">
                  <c:v>70650.0</c:v>
                </c:pt>
                <c:pt idx="37">
                  <c:v>70650.0</c:v>
                </c:pt>
                <c:pt idx="38">
                  <c:v>70650.0</c:v>
                </c:pt>
                <c:pt idx="39">
                  <c:v>70650.0</c:v>
                </c:pt>
                <c:pt idx="40">
                  <c:v>70650.0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方案 B 提取</c:v>
                </c:pt>
              </c:strCache>
            </c:strRef>
          </c:tx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  <c:pt idx="7">
                  <c:v>67</c:v>
                </c:pt>
                <c:pt idx="8">
                  <c:v>68</c:v>
                </c:pt>
                <c:pt idx="9">
                  <c:v>69</c:v>
                </c:pt>
                <c:pt idx="10">
                  <c:v>70</c:v>
                </c:pt>
                <c:pt idx="11">
                  <c:v>71</c:v>
                </c:pt>
                <c:pt idx="12">
                  <c:v>72</c:v>
                </c:pt>
                <c:pt idx="13">
                  <c:v>73</c:v>
                </c:pt>
                <c:pt idx="14">
                  <c:v>74</c:v>
                </c:pt>
                <c:pt idx="15">
                  <c:v>75</c:v>
                </c:pt>
                <c:pt idx="16">
                  <c:v>76</c:v>
                </c:pt>
                <c:pt idx="17">
                  <c:v>77</c:v>
                </c:pt>
                <c:pt idx="18">
                  <c:v>78</c:v>
                </c:pt>
                <c:pt idx="19">
                  <c:v>79</c:v>
                </c:pt>
                <c:pt idx="20">
                  <c:v>80</c:v>
                </c:pt>
                <c:pt idx="21">
                  <c:v>81</c:v>
                </c:pt>
                <c:pt idx="22">
                  <c:v>82</c:v>
                </c:pt>
                <c:pt idx="23">
                  <c:v>83</c:v>
                </c:pt>
                <c:pt idx="24">
                  <c:v>84</c:v>
                </c:pt>
                <c:pt idx="25">
                  <c:v>85</c:v>
                </c:pt>
                <c:pt idx="26">
                  <c:v>86</c:v>
                </c:pt>
                <c:pt idx="27">
                  <c:v>87</c:v>
                </c:pt>
                <c:pt idx="28">
                  <c:v>88</c:v>
                </c:pt>
                <c:pt idx="29">
                  <c:v>89</c:v>
                </c:pt>
                <c:pt idx="30">
                  <c:v>90</c:v>
                </c:pt>
                <c:pt idx="31">
                  <c:v>91</c:v>
                </c:pt>
                <c:pt idx="32">
                  <c:v>92</c:v>
                </c:pt>
                <c:pt idx="33">
                  <c:v>93</c:v>
                </c:pt>
                <c:pt idx="34">
                  <c:v>94</c:v>
                </c:pt>
                <c:pt idx="35">
                  <c:v>95</c:v>
                </c:pt>
                <c:pt idx="36">
                  <c:v>96</c:v>
                </c:pt>
                <c:pt idx="37">
                  <c:v>97</c:v>
                </c:pt>
                <c:pt idx="38">
                  <c:v>98</c:v>
                </c:pt>
                <c:pt idx="39">
                  <c:v>99</c:v>
                </c:pt>
                <c:pt idx="40">
                  <c:v>100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23550.0</c:v>
                </c:pt>
                <c:pt idx="1">
                  <c:v>23550.0</c:v>
                </c:pt>
                <c:pt idx="2">
                  <c:v>23550.0</c:v>
                </c:pt>
                <c:pt idx="3">
                  <c:v>23550.0</c:v>
                </c:pt>
                <c:pt idx="4">
                  <c:v>23550.0</c:v>
                </c:pt>
                <c:pt idx="5">
                  <c:v>39250.0</c:v>
                </c:pt>
                <c:pt idx="6">
                  <c:v>39250.0</c:v>
                </c:pt>
                <c:pt idx="7">
                  <c:v>39250.0</c:v>
                </c:pt>
                <c:pt idx="8">
                  <c:v>39250.0</c:v>
                </c:pt>
                <c:pt idx="9">
                  <c:v>39250.0</c:v>
                </c:pt>
                <c:pt idx="10">
                  <c:v>39250.0</c:v>
                </c:pt>
                <c:pt idx="11">
                  <c:v>39250.0</c:v>
                </c:pt>
                <c:pt idx="12">
                  <c:v>39250.0</c:v>
                </c:pt>
                <c:pt idx="13">
                  <c:v>39250.0</c:v>
                </c:pt>
                <c:pt idx="14">
                  <c:v>39250.0</c:v>
                </c:pt>
                <c:pt idx="15">
                  <c:v>54950.0</c:v>
                </c:pt>
                <c:pt idx="16">
                  <c:v>54950.0</c:v>
                </c:pt>
                <c:pt idx="17">
                  <c:v>54950.0</c:v>
                </c:pt>
                <c:pt idx="18">
                  <c:v>54950.0</c:v>
                </c:pt>
                <c:pt idx="19">
                  <c:v>54950.0</c:v>
                </c:pt>
                <c:pt idx="20">
                  <c:v>54950.0</c:v>
                </c:pt>
                <c:pt idx="21">
                  <c:v>54950.0</c:v>
                </c:pt>
                <c:pt idx="22">
                  <c:v>54950.0</c:v>
                </c:pt>
                <c:pt idx="23">
                  <c:v>54950.0</c:v>
                </c:pt>
                <c:pt idx="24">
                  <c:v>54950.0</c:v>
                </c:pt>
                <c:pt idx="25">
                  <c:v>70650.0</c:v>
                </c:pt>
                <c:pt idx="26">
                  <c:v>70650.0</c:v>
                </c:pt>
                <c:pt idx="27">
                  <c:v>70650.0</c:v>
                </c:pt>
                <c:pt idx="28">
                  <c:v>70650.0</c:v>
                </c:pt>
                <c:pt idx="29">
                  <c:v>70650.0</c:v>
                </c:pt>
                <c:pt idx="30">
                  <c:v>70650.0</c:v>
                </c:pt>
                <c:pt idx="31">
                  <c:v>70650.0</c:v>
                </c:pt>
                <c:pt idx="32">
                  <c:v>70650.0</c:v>
                </c:pt>
                <c:pt idx="33">
                  <c:v>70650.0</c:v>
                </c:pt>
                <c:pt idx="34">
                  <c:v>70650.0</c:v>
                </c:pt>
                <c:pt idx="35">
                  <c:v>70650.0</c:v>
                </c:pt>
                <c:pt idx="36">
                  <c:v>70650.0</c:v>
                </c:pt>
                <c:pt idx="37">
                  <c:v>70650.0</c:v>
                </c:pt>
                <c:pt idx="38">
                  <c:v>70650.0</c:v>
                </c:pt>
                <c:pt idx="39">
                  <c:v>70650.0</c:v>
                </c:pt>
                <c:pt idx="40">
                  <c:v>70650.0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不提取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19648.55</c:v>
                </c:pt>
                <c:pt idx="3">
                  <c:v>40851.4</c:v>
                </c:pt>
                <c:pt idx="4">
                  <c:v>69001.5</c:v>
                </c:pt>
                <c:pt idx="5">
                  <c:v>87064.35</c:v>
                </c:pt>
                <c:pt idx="6">
                  <c:v>119728.2</c:v>
                </c:pt>
                <c:pt idx="7">
                  <c:v>170368.55</c:v>
                </c:pt>
                <c:pt idx="8">
                  <c:v>206580.6</c:v>
                </c:pt>
                <c:pt idx="9">
                  <c:v>247604.7</c:v>
                </c:pt>
                <c:pt idx="10">
                  <c:v>259944.9</c:v>
                </c:pt>
                <c:pt idx="11">
                  <c:v>280700.3</c:v>
                </c:pt>
                <c:pt idx="12">
                  <c:v>322077.65</c:v>
                </c:pt>
                <c:pt idx="13">
                  <c:v>367003.2</c:v>
                </c:pt>
                <c:pt idx="14">
                  <c:v>420571.6</c:v>
                </c:pt>
                <c:pt idx="15">
                  <c:v>466376.35</c:v>
                </c:pt>
                <c:pt idx="16">
                  <c:v>528940.85</c:v>
                </c:pt>
                <c:pt idx="17">
                  <c:v>611656.3</c:v>
                </c:pt>
                <c:pt idx="18">
                  <c:v>682502.55</c:v>
                </c:pt>
                <c:pt idx="19">
                  <c:v>761434.3</c:v>
                </c:pt>
                <c:pt idx="20">
                  <c:v>812357.25</c:v>
                </c:pt>
                <c:pt idx="21">
                  <c:v>878831.05</c:v>
                </c:pt>
                <c:pt idx="22">
                  <c:v>949065.0</c:v>
                </c:pt>
                <c:pt idx="23">
                  <c:v>1026042.1</c:v>
                </c:pt>
                <c:pt idx="24">
                  <c:v>1102037.95</c:v>
                </c:pt>
                <c:pt idx="25">
                  <c:v>1177138.9</c:v>
                </c:pt>
                <c:pt idx="26">
                  <c:v>1258535.55</c:v>
                </c:pt>
                <c:pt idx="27">
                  <c:v>1346322.1</c:v>
                </c:pt>
                <c:pt idx="28">
                  <c:v>1440537.8</c:v>
                </c:pt>
                <c:pt idx="29">
                  <c:v>1542689.85</c:v>
                </c:pt>
                <c:pt idx="30">
                  <c:v>1648641.3</c:v>
                </c:pt>
                <c:pt idx="31">
                  <c:v>1767184.15</c:v>
                </c:pt>
                <c:pt idx="32">
                  <c:v>1893836.05</c:v>
                </c:pt>
                <c:pt idx="33">
                  <c:v>2031697.75</c:v>
                </c:pt>
                <c:pt idx="34">
                  <c:v>2173829.85</c:v>
                </c:pt>
                <c:pt idx="35">
                  <c:v>2320405.05</c:v>
                </c:pt>
                <c:pt idx="36">
                  <c:v>2478284.25</c:v>
                </c:pt>
                <c:pt idx="37">
                  <c:v>2649524.15</c:v>
                </c:pt>
                <c:pt idx="38">
                  <c:v>2833936.35</c:v>
                </c:pt>
                <c:pt idx="39">
                  <c:v>3033145.8</c:v>
                </c:pt>
                <c:pt idx="40">
                  <c:v>3245849.4</c:v>
                </c:pt>
                <c:pt idx="41">
                  <c:v>3476050.65</c:v>
                </c:pt>
                <c:pt idx="42">
                  <c:v>3723388.45</c:v>
                </c:pt>
                <c:pt idx="43">
                  <c:v>3988781.25</c:v>
                </c:pt>
                <c:pt idx="44">
                  <c:v>4274489.85</c:v>
                </c:pt>
                <c:pt idx="45">
                  <c:v>4582987.0</c:v>
                </c:pt>
                <c:pt idx="46">
                  <c:v>4913982.25</c:v>
                </c:pt>
                <c:pt idx="47">
                  <c:v>5270552.8</c:v>
                </c:pt>
                <c:pt idx="48">
                  <c:v>5653781.95</c:v>
                </c:pt>
                <c:pt idx="49">
                  <c:v>6064015.1</c:v>
                </c:pt>
                <c:pt idx="50">
                  <c:v>6508482.1</c:v>
                </c:pt>
                <c:pt idx="51">
                  <c:v>7005190.85</c:v>
                </c:pt>
                <c:pt idx="52">
                  <c:v>7540262.55</c:v>
                </c:pt>
                <c:pt idx="53">
                  <c:v>8063080.4</c:v>
                </c:pt>
                <c:pt idx="54">
                  <c:v>8608631.85</c:v>
                </c:pt>
                <c:pt idx="55">
                  <c:v>9192145.9</c:v>
                </c:pt>
                <c:pt idx="56">
                  <c:v>9815326.0</c:v>
                </c:pt>
                <c:pt idx="57">
                  <c:v>10480833.3</c:v>
                </c:pt>
                <c:pt idx="58">
                  <c:v>11191297.55</c:v>
                </c:pt>
                <c:pt idx="59">
                  <c:v>11948006.15</c:v>
                </c:pt>
                <c:pt idx="60">
                  <c:v>12759876.7</c:v>
                </c:pt>
                <c:pt idx="61">
                  <c:v>13645278.2</c:v>
                </c:pt>
                <c:pt idx="62">
                  <c:v>14592718.25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提取後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19648.55</c:v>
                </c:pt>
                <c:pt idx="3">
                  <c:v>40851.4</c:v>
                </c:pt>
                <c:pt idx="4">
                  <c:v>69001.5</c:v>
                </c:pt>
                <c:pt idx="5">
                  <c:v>87064.35</c:v>
                </c:pt>
                <c:pt idx="6">
                  <c:v>119728.2</c:v>
                </c:pt>
                <c:pt idx="7">
                  <c:v>170368.55</c:v>
                </c:pt>
                <c:pt idx="8">
                  <c:v>206580.6</c:v>
                </c:pt>
                <c:pt idx="9">
                  <c:v>247604.7</c:v>
                </c:pt>
                <c:pt idx="10">
                  <c:v>259944.9</c:v>
                </c:pt>
                <c:pt idx="11">
                  <c:v>280700.3</c:v>
                </c:pt>
                <c:pt idx="12">
                  <c:v>322077.65</c:v>
                </c:pt>
                <c:pt idx="13">
                  <c:v>367003.2</c:v>
                </c:pt>
                <c:pt idx="14">
                  <c:v>420571.6</c:v>
                </c:pt>
                <c:pt idx="15">
                  <c:v>466376.35</c:v>
                </c:pt>
                <c:pt idx="16">
                  <c:v>528940.85</c:v>
                </c:pt>
                <c:pt idx="17">
                  <c:v>611656.3</c:v>
                </c:pt>
                <c:pt idx="18">
                  <c:v>682502.55</c:v>
                </c:pt>
                <c:pt idx="19">
                  <c:v>761434.3</c:v>
                </c:pt>
                <c:pt idx="20">
                  <c:v>812357.25</c:v>
                </c:pt>
                <c:pt idx="21">
                  <c:v>878831.05</c:v>
                </c:pt>
                <c:pt idx="22">
                  <c:v>925515.0</c:v>
                </c:pt>
                <c:pt idx="23">
                  <c:v>977654.7</c:v>
                </c:pt>
                <c:pt idx="24">
                  <c:v>1026991.95</c:v>
                </c:pt>
                <c:pt idx="25">
                  <c:v>1074162.6</c:v>
                </c:pt>
                <c:pt idx="26">
                  <c:v>1125744.95</c:v>
                </c:pt>
                <c:pt idx="27">
                  <c:v>1165984.05</c:v>
                </c:pt>
                <c:pt idx="28">
                  <c:v>1209732.1</c:v>
                </c:pt>
                <c:pt idx="29">
                  <c:v>1256973.4</c:v>
                </c:pt>
                <c:pt idx="30">
                  <c:v>1305714.05</c:v>
                </c:pt>
                <c:pt idx="31">
                  <c:v>1362461.7</c:v>
                </c:pt>
                <c:pt idx="32">
                  <c:v>1422867.45</c:v>
                </c:pt>
                <c:pt idx="33">
                  <c:v>1489616.0</c:v>
                </c:pt>
                <c:pt idx="34">
                  <c:v>1555775.8</c:v>
                </c:pt>
                <c:pt idx="35">
                  <c:v>1622069.05</c:v>
                </c:pt>
                <c:pt idx="36">
                  <c:v>1693943.65</c:v>
                </c:pt>
                <c:pt idx="37">
                  <c:v>1756830.0</c:v>
                </c:pt>
                <c:pt idx="38">
                  <c:v>1824944.45</c:v>
                </c:pt>
                <c:pt idx="39">
                  <c:v>1898310.55</c:v>
                </c:pt>
                <c:pt idx="40">
                  <c:v>1977360.05</c:v>
                </c:pt>
                <c:pt idx="41">
                  <c:v>2063615.85</c:v>
                </c:pt>
                <c:pt idx="42">
                  <c:v>2156465.65</c:v>
                </c:pt>
                <c:pt idx="43">
                  <c:v>2256278.4</c:v>
                </c:pt>
                <c:pt idx="44">
                  <c:v>2364058.9</c:v>
                </c:pt>
                <c:pt idx="45">
                  <c:v>2480898.3</c:v>
                </c:pt>
                <c:pt idx="46">
                  <c:v>2606325.6</c:v>
                </c:pt>
                <c:pt idx="47">
                  <c:v>2741753.8</c:v>
                </c:pt>
                <c:pt idx="48">
                  <c:v>2871773.35</c:v>
                </c:pt>
                <c:pt idx="49">
                  <c:v>3010859.65</c:v>
                </c:pt>
                <c:pt idx="50">
                  <c:v>3162199.8</c:v>
                </c:pt>
                <c:pt idx="51">
                  <c:v>3334177.6</c:v>
                </c:pt>
                <c:pt idx="52">
                  <c:v>3519523.95</c:v>
                </c:pt>
                <c:pt idx="53">
                  <c:v>3717783.55</c:v>
                </c:pt>
                <c:pt idx="54">
                  <c:v>3931751.0</c:v>
                </c:pt>
                <c:pt idx="55">
                  <c:v>4161834.5</c:v>
                </c:pt>
                <c:pt idx="56">
                  <c:v>4409517.7</c:v>
                </c:pt>
                <c:pt idx="57">
                  <c:v>4675122.45</c:v>
                </c:pt>
                <c:pt idx="58">
                  <c:v>4960407.15</c:v>
                </c:pt>
                <c:pt idx="59">
                  <c:v>5265654.4</c:v>
                </c:pt>
                <c:pt idx="60">
                  <c:v>5602113.25</c:v>
                </c:pt>
                <c:pt idx="61">
                  <c:v>5962114.25</c:v>
                </c:pt>
                <c:pt idx="62">
                  <c:v>6349323.35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不提取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32750.2</c:v>
                </c:pt>
                <c:pt idx="3">
                  <c:v>68083.05</c:v>
                </c:pt>
                <c:pt idx="4">
                  <c:v>115002.5</c:v>
                </c:pt>
                <c:pt idx="5">
                  <c:v>145099.4</c:v>
                </c:pt>
                <c:pt idx="6">
                  <c:v>199539.15</c:v>
                </c:pt>
                <c:pt idx="7">
                  <c:v>283950.2</c:v>
                </c:pt>
                <c:pt idx="8">
                  <c:v>344293.15</c:v>
                </c:pt>
                <c:pt idx="9">
                  <c:v>412674.5</c:v>
                </c:pt>
                <c:pt idx="10">
                  <c:v>433241.5</c:v>
                </c:pt>
                <c:pt idx="11">
                  <c:v>467820.75</c:v>
                </c:pt>
                <c:pt idx="12">
                  <c:v>504048.5</c:v>
                </c:pt>
                <c:pt idx="13">
                  <c:v>543581.1</c:v>
                </c:pt>
                <c:pt idx="14">
                  <c:v>585939.7</c:v>
                </c:pt>
                <c:pt idx="15">
                  <c:v>632184.05</c:v>
                </c:pt>
                <c:pt idx="16">
                  <c:v>682015.85</c:v>
                </c:pt>
                <c:pt idx="17">
                  <c:v>735474.35</c:v>
                </c:pt>
                <c:pt idx="18">
                  <c:v>793187.55</c:v>
                </c:pt>
                <c:pt idx="19">
                  <c:v>856372.2</c:v>
                </c:pt>
                <c:pt idx="20">
                  <c:v>920671.55</c:v>
                </c:pt>
                <c:pt idx="21">
                  <c:v>996871.5</c:v>
                </c:pt>
                <c:pt idx="22">
                  <c:v>1077710.8</c:v>
                </c:pt>
                <c:pt idx="23">
                  <c:v>1166470.75</c:v>
                </c:pt>
                <c:pt idx="24">
                  <c:v>1250764.05</c:v>
                </c:pt>
                <c:pt idx="25">
                  <c:v>1329687.95</c:v>
                </c:pt>
                <c:pt idx="26">
                  <c:v>1415519.85</c:v>
                </c:pt>
                <c:pt idx="27">
                  <c:v>1508377.5</c:v>
                </c:pt>
                <c:pt idx="28">
                  <c:v>1607672.15</c:v>
                </c:pt>
                <c:pt idx="29">
                  <c:v>1714746.15</c:v>
                </c:pt>
                <c:pt idx="30">
                  <c:v>1827024.7</c:v>
                </c:pt>
                <c:pt idx="31">
                  <c:v>1948393.55</c:v>
                </c:pt>
                <c:pt idx="32">
                  <c:v>2078632.9</c:v>
                </c:pt>
                <c:pt idx="33">
                  <c:v>2219650.3</c:v>
                </c:pt>
                <c:pt idx="34">
                  <c:v>2372238.6</c:v>
                </c:pt>
                <c:pt idx="35">
                  <c:v>2537598.85</c:v>
                </c:pt>
                <c:pt idx="36">
                  <c:v>2714906.8</c:v>
                </c:pt>
                <c:pt idx="37">
                  <c:v>2907443.75</c:v>
                </c:pt>
                <c:pt idx="38">
                  <c:v>3115484.45</c:v>
                </c:pt>
                <c:pt idx="39">
                  <c:v>3340426.2</c:v>
                </c:pt>
                <c:pt idx="40">
                  <c:v>3582653.65</c:v>
                </c:pt>
                <c:pt idx="41">
                  <c:v>3844945.7</c:v>
                </c:pt>
                <c:pt idx="42">
                  <c:v>4126917.7</c:v>
                </c:pt>
                <c:pt idx="43">
                  <c:v>4428224.25</c:v>
                </c:pt>
                <c:pt idx="44">
                  <c:v>4751809.1</c:v>
                </c:pt>
                <c:pt idx="45">
                  <c:v>5100608.15</c:v>
                </c:pt>
                <c:pt idx="46">
                  <c:v>5474958.95</c:v>
                </c:pt>
                <c:pt idx="47">
                  <c:v>5876682.7</c:v>
                </c:pt>
                <c:pt idx="48">
                  <c:v>6307341.55</c:v>
                </c:pt>
                <c:pt idx="49">
                  <c:v>6766126.95</c:v>
                </c:pt>
                <c:pt idx="50">
                  <c:v>7264672.6</c:v>
                </c:pt>
                <c:pt idx="51">
                  <c:v>7830218.0</c:v>
                </c:pt>
                <c:pt idx="52">
                  <c:v>8440006.0</c:v>
                </c:pt>
                <c:pt idx="53">
                  <c:v>9010065.15</c:v>
                </c:pt>
                <c:pt idx="54">
                  <c:v>9595714.4</c:v>
                </c:pt>
                <c:pt idx="55">
                  <c:v>10219444.0</c:v>
                </c:pt>
                <c:pt idx="56">
                  <c:v>10883703.15</c:v>
                </c:pt>
                <c:pt idx="57">
                  <c:v>11591145.15</c:v>
                </c:pt>
                <c:pt idx="58">
                  <c:v>12344572.45</c:v>
                </c:pt>
                <c:pt idx="59">
                  <c:v>13146968.05</c:v>
                </c:pt>
                <c:pt idx="60">
                  <c:v>14001519.05</c:v>
                </c:pt>
                <c:pt idx="61">
                  <c:v>14911616.65</c:v>
                </c:pt>
                <c:pt idx="62">
                  <c:v>15880871.85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提取後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32750.2</c:v>
                </c:pt>
                <c:pt idx="3">
                  <c:v>68083.05</c:v>
                </c:pt>
                <c:pt idx="4">
                  <c:v>115002.5</c:v>
                </c:pt>
                <c:pt idx="5">
                  <c:v>145099.4</c:v>
                </c:pt>
                <c:pt idx="6">
                  <c:v>199539.15</c:v>
                </c:pt>
                <c:pt idx="7">
                  <c:v>283950.2</c:v>
                </c:pt>
                <c:pt idx="8">
                  <c:v>344293.15</c:v>
                </c:pt>
                <c:pt idx="9">
                  <c:v>412674.5</c:v>
                </c:pt>
                <c:pt idx="10">
                  <c:v>433241.5</c:v>
                </c:pt>
                <c:pt idx="11">
                  <c:v>467820.75</c:v>
                </c:pt>
                <c:pt idx="12">
                  <c:v>504048.5</c:v>
                </c:pt>
                <c:pt idx="13">
                  <c:v>543581.1</c:v>
                </c:pt>
                <c:pt idx="14">
                  <c:v>585939.7</c:v>
                </c:pt>
                <c:pt idx="15">
                  <c:v>632184.05</c:v>
                </c:pt>
                <c:pt idx="16">
                  <c:v>682015.85</c:v>
                </c:pt>
                <c:pt idx="17">
                  <c:v>735474.35</c:v>
                </c:pt>
                <c:pt idx="18">
                  <c:v>793187.55</c:v>
                </c:pt>
                <c:pt idx="19">
                  <c:v>856372.2</c:v>
                </c:pt>
                <c:pt idx="20">
                  <c:v>920671.55</c:v>
                </c:pt>
                <c:pt idx="21">
                  <c:v>996871.5</c:v>
                </c:pt>
                <c:pt idx="22">
                  <c:v>1054160.8</c:v>
                </c:pt>
                <c:pt idx="23">
                  <c:v>1118083.35</c:v>
                </c:pt>
                <c:pt idx="24">
                  <c:v>1175718.05</c:v>
                </c:pt>
                <c:pt idx="25">
                  <c:v>1226845.1</c:v>
                </c:pt>
                <c:pt idx="26">
                  <c:v>1283161.0</c:v>
                </c:pt>
                <c:pt idx="27">
                  <c:v>1328808.75</c:v>
                </c:pt>
                <c:pt idx="28">
                  <c:v>1377816.3</c:v>
                </c:pt>
                <c:pt idx="29">
                  <c:v>1429500.7</c:v>
                </c:pt>
                <c:pt idx="30">
                  <c:v>1484953.1</c:v>
                </c:pt>
                <c:pt idx="31">
                  <c:v>1545570.8</c:v>
                </c:pt>
                <c:pt idx="32">
                  <c:v>1610788.6</c:v>
                </c:pt>
                <c:pt idx="33">
                  <c:v>1682011.65</c:v>
                </c:pt>
                <c:pt idx="34">
                  <c:v>1759616.75</c:v>
                </c:pt>
                <c:pt idx="35">
                  <c:v>1844271.15</c:v>
                </c:pt>
                <c:pt idx="36">
                  <c:v>1935166.3</c:v>
                </c:pt>
                <c:pt idx="37">
                  <c:v>2018768.8</c:v>
                </c:pt>
                <c:pt idx="38">
                  <c:v>2109601.15</c:v>
                </c:pt>
                <c:pt idx="39">
                  <c:v>2208314.9</c:v>
                </c:pt>
                <c:pt idx="40">
                  <c:v>2314784.45</c:v>
                </c:pt>
                <c:pt idx="41">
                  <c:v>2430619.05</c:v>
                </c:pt>
                <c:pt idx="42">
                  <c:v>2555245.65</c:v>
                </c:pt>
                <c:pt idx="43">
                  <c:v>2688193.25</c:v>
                </c:pt>
                <c:pt idx="44">
                  <c:v>2831024.0</c:v>
                </c:pt>
                <c:pt idx="45">
                  <c:v>2985237.25</c:v>
                </c:pt>
                <c:pt idx="46">
                  <c:v>3150754.5</c:v>
                </c:pt>
                <c:pt idx="47">
                  <c:v>3312676.45</c:v>
                </c:pt>
                <c:pt idx="48">
                  <c:v>3486169.3</c:v>
                </c:pt>
                <c:pt idx="49">
                  <c:v>3670479.45</c:v>
                </c:pt>
                <c:pt idx="50">
                  <c:v>3871651.4</c:v>
                </c:pt>
                <c:pt idx="51">
                  <c:v>4103838.7</c:v>
                </c:pt>
                <c:pt idx="52">
                  <c:v>4354222.3</c:v>
                </c:pt>
                <c:pt idx="53">
                  <c:v>4622417.55</c:v>
                </c:pt>
                <c:pt idx="54">
                  <c:v>4912318.05</c:v>
                </c:pt>
                <c:pt idx="55">
                  <c:v>5223531.3</c:v>
                </c:pt>
                <c:pt idx="56">
                  <c:v>5558938.25</c:v>
                </c:pt>
                <c:pt idx="57">
                  <c:v>5918515.35</c:v>
                </c:pt>
                <c:pt idx="58">
                  <c:v>6305120.0</c:v>
                </c:pt>
                <c:pt idx="59">
                  <c:v>6719866.9</c:v>
                </c:pt>
                <c:pt idx="60">
                  <c:v>7131073.45</c:v>
                </c:pt>
                <c:pt idx="61">
                  <c:v>7523942.4</c:v>
                </c:pt>
                <c:pt idx="62">
                  <c:v>7942355.25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方案 A 提取後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19648.55</c:v>
                </c:pt>
                <c:pt idx="3">
                  <c:v>40851.4</c:v>
                </c:pt>
                <c:pt idx="4">
                  <c:v>69001.5</c:v>
                </c:pt>
                <c:pt idx="5">
                  <c:v>87064.35</c:v>
                </c:pt>
                <c:pt idx="6">
                  <c:v>119728.2</c:v>
                </c:pt>
                <c:pt idx="7">
                  <c:v>170368.55</c:v>
                </c:pt>
                <c:pt idx="8">
                  <c:v>206580.6</c:v>
                </c:pt>
                <c:pt idx="9">
                  <c:v>247604.7</c:v>
                </c:pt>
                <c:pt idx="10">
                  <c:v>259944.9</c:v>
                </c:pt>
                <c:pt idx="11">
                  <c:v>280700.3</c:v>
                </c:pt>
                <c:pt idx="12">
                  <c:v>322077.65</c:v>
                </c:pt>
                <c:pt idx="13">
                  <c:v>367003.2</c:v>
                </c:pt>
                <c:pt idx="14">
                  <c:v>420571.6</c:v>
                </c:pt>
                <c:pt idx="15">
                  <c:v>466376.35</c:v>
                </c:pt>
                <c:pt idx="16">
                  <c:v>528940.85</c:v>
                </c:pt>
                <c:pt idx="17">
                  <c:v>611656.3</c:v>
                </c:pt>
                <c:pt idx="18">
                  <c:v>682502.55</c:v>
                </c:pt>
                <c:pt idx="19">
                  <c:v>761434.3</c:v>
                </c:pt>
                <c:pt idx="20">
                  <c:v>812357.25</c:v>
                </c:pt>
                <c:pt idx="21">
                  <c:v>878831.05</c:v>
                </c:pt>
                <c:pt idx="22">
                  <c:v>925515.0</c:v>
                </c:pt>
                <c:pt idx="23">
                  <c:v>977654.7</c:v>
                </c:pt>
                <c:pt idx="24">
                  <c:v>1026991.95</c:v>
                </c:pt>
                <c:pt idx="25">
                  <c:v>1074162.6</c:v>
                </c:pt>
                <c:pt idx="26">
                  <c:v>1125744.95</c:v>
                </c:pt>
                <c:pt idx="27">
                  <c:v>1165984.05</c:v>
                </c:pt>
                <c:pt idx="28">
                  <c:v>1209732.1</c:v>
                </c:pt>
                <c:pt idx="29">
                  <c:v>1256973.4</c:v>
                </c:pt>
                <c:pt idx="30">
                  <c:v>1305714.05</c:v>
                </c:pt>
                <c:pt idx="31">
                  <c:v>1362461.7</c:v>
                </c:pt>
                <c:pt idx="32">
                  <c:v>1422867.45</c:v>
                </c:pt>
                <c:pt idx="33">
                  <c:v>1489616.0</c:v>
                </c:pt>
                <c:pt idx="34">
                  <c:v>1555775.8</c:v>
                </c:pt>
                <c:pt idx="35">
                  <c:v>1622069.05</c:v>
                </c:pt>
                <c:pt idx="36">
                  <c:v>1693943.65</c:v>
                </c:pt>
                <c:pt idx="37">
                  <c:v>1756830.0</c:v>
                </c:pt>
                <c:pt idx="38">
                  <c:v>1824944.45</c:v>
                </c:pt>
                <c:pt idx="39">
                  <c:v>1898310.55</c:v>
                </c:pt>
                <c:pt idx="40">
                  <c:v>1977360.05</c:v>
                </c:pt>
                <c:pt idx="41">
                  <c:v>2063615.85</c:v>
                </c:pt>
                <c:pt idx="42">
                  <c:v>2156465.65</c:v>
                </c:pt>
                <c:pt idx="43">
                  <c:v>2256278.4</c:v>
                </c:pt>
                <c:pt idx="44">
                  <c:v>2364058.9</c:v>
                </c:pt>
                <c:pt idx="45">
                  <c:v>2480898.3</c:v>
                </c:pt>
                <c:pt idx="46">
                  <c:v>2606325.6</c:v>
                </c:pt>
                <c:pt idx="47">
                  <c:v>2741753.8</c:v>
                </c:pt>
                <c:pt idx="48">
                  <c:v>2871773.35</c:v>
                </c:pt>
                <c:pt idx="49">
                  <c:v>3010859.65</c:v>
                </c:pt>
                <c:pt idx="50">
                  <c:v>3162199.8</c:v>
                </c:pt>
                <c:pt idx="51">
                  <c:v>3334177.6</c:v>
                </c:pt>
                <c:pt idx="52">
                  <c:v>3519523.95</c:v>
                </c:pt>
                <c:pt idx="53">
                  <c:v>3717783.55</c:v>
                </c:pt>
                <c:pt idx="54">
                  <c:v>3931751.0</c:v>
                </c:pt>
                <c:pt idx="55">
                  <c:v>4161834.5</c:v>
                </c:pt>
                <c:pt idx="56">
                  <c:v>4409517.7</c:v>
                </c:pt>
                <c:pt idx="57">
                  <c:v>4675122.45</c:v>
                </c:pt>
                <c:pt idx="58">
                  <c:v>4960407.15</c:v>
                </c:pt>
                <c:pt idx="59">
                  <c:v>5265654.4</c:v>
                </c:pt>
                <c:pt idx="60">
                  <c:v>5602113.25</c:v>
                </c:pt>
                <c:pt idx="61">
                  <c:v>5962114.25</c:v>
                </c:pt>
                <c:pt idx="62">
                  <c:v>6349323.35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方案 B 提取後</c:v>
                </c:pt>
              </c:strCache>
            </c:strRef>
          </c:tx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  <c:pt idx="9">
                  <c:v>47</c:v>
                </c:pt>
                <c:pt idx="10">
                  <c:v>48</c:v>
                </c:pt>
                <c:pt idx="11">
                  <c:v>49</c:v>
                </c:pt>
                <c:pt idx="12">
                  <c:v>50</c:v>
                </c:pt>
                <c:pt idx="13">
                  <c:v>51</c:v>
                </c:pt>
                <c:pt idx="14">
                  <c:v>52</c:v>
                </c:pt>
                <c:pt idx="15">
                  <c:v>53</c:v>
                </c:pt>
                <c:pt idx="16">
                  <c:v>54</c:v>
                </c:pt>
                <c:pt idx="17">
                  <c:v>55</c:v>
                </c:pt>
                <c:pt idx="18">
                  <c:v>56</c:v>
                </c:pt>
                <c:pt idx="19">
                  <c:v>57</c:v>
                </c:pt>
                <c:pt idx="20">
                  <c:v>58</c:v>
                </c:pt>
                <c:pt idx="21">
                  <c:v>59</c:v>
                </c:pt>
                <c:pt idx="22">
                  <c:v>60</c:v>
                </c:pt>
                <c:pt idx="23">
                  <c:v>61</c:v>
                </c:pt>
                <c:pt idx="24">
                  <c:v>62</c:v>
                </c:pt>
                <c:pt idx="25">
                  <c:v>63</c:v>
                </c:pt>
                <c:pt idx="26">
                  <c:v>64</c:v>
                </c:pt>
                <c:pt idx="27">
                  <c:v>65</c:v>
                </c:pt>
                <c:pt idx="28">
                  <c:v>66</c:v>
                </c:pt>
                <c:pt idx="29">
                  <c:v>67</c:v>
                </c:pt>
                <c:pt idx="30">
                  <c:v>68</c:v>
                </c:pt>
                <c:pt idx="31">
                  <c:v>69</c:v>
                </c:pt>
                <c:pt idx="32">
                  <c:v>70</c:v>
                </c:pt>
                <c:pt idx="33">
                  <c:v>71</c:v>
                </c:pt>
                <c:pt idx="34">
                  <c:v>72</c:v>
                </c:pt>
                <c:pt idx="35">
                  <c:v>73</c:v>
                </c:pt>
                <c:pt idx="36">
                  <c:v>74</c:v>
                </c:pt>
                <c:pt idx="37">
                  <c:v>75</c:v>
                </c:pt>
                <c:pt idx="38">
                  <c:v>76</c:v>
                </c:pt>
                <c:pt idx="39">
                  <c:v>77</c:v>
                </c:pt>
                <c:pt idx="40">
                  <c:v>78</c:v>
                </c:pt>
                <c:pt idx="41">
                  <c:v>79</c:v>
                </c:pt>
                <c:pt idx="42">
                  <c:v>80</c:v>
                </c:pt>
                <c:pt idx="43">
                  <c:v>81</c:v>
                </c:pt>
                <c:pt idx="44">
                  <c:v>82</c:v>
                </c:pt>
                <c:pt idx="45">
                  <c:v>83</c:v>
                </c:pt>
                <c:pt idx="46">
                  <c:v>84</c:v>
                </c:pt>
                <c:pt idx="47">
                  <c:v>85</c:v>
                </c:pt>
                <c:pt idx="48">
                  <c:v>86</c:v>
                </c:pt>
                <c:pt idx="49">
                  <c:v>87</c:v>
                </c:pt>
                <c:pt idx="50">
                  <c:v>88</c:v>
                </c:pt>
                <c:pt idx="51">
                  <c:v>89</c:v>
                </c:pt>
                <c:pt idx="52">
                  <c:v>90</c:v>
                </c:pt>
                <c:pt idx="53">
                  <c:v>91</c:v>
                </c:pt>
                <c:pt idx="54">
                  <c:v>92</c:v>
                </c:pt>
                <c:pt idx="55">
                  <c:v>93</c:v>
                </c:pt>
                <c:pt idx="56">
                  <c:v>94</c:v>
                </c:pt>
                <c:pt idx="57">
                  <c:v>95</c:v>
                </c:pt>
                <c:pt idx="58">
                  <c:v>96</c:v>
                </c:pt>
                <c:pt idx="59">
                  <c:v>97</c:v>
                </c:pt>
                <c:pt idx="60">
                  <c:v>98</c:v>
                </c:pt>
                <c:pt idx="61">
                  <c:v>99</c:v>
                </c:pt>
                <c:pt idx="62">
                  <c:v>100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0.0</c:v>
                </c:pt>
                <c:pt idx="1">
                  <c:v>0.0</c:v>
                </c:pt>
                <c:pt idx="2">
                  <c:v>32750.2</c:v>
                </c:pt>
                <c:pt idx="3">
                  <c:v>68083.05</c:v>
                </c:pt>
                <c:pt idx="4">
                  <c:v>115002.5</c:v>
                </c:pt>
                <c:pt idx="5">
                  <c:v>145099.4</c:v>
                </c:pt>
                <c:pt idx="6">
                  <c:v>199539.15</c:v>
                </c:pt>
                <c:pt idx="7">
                  <c:v>283950.2</c:v>
                </c:pt>
                <c:pt idx="8">
                  <c:v>344293.15</c:v>
                </c:pt>
                <c:pt idx="9">
                  <c:v>412674.5</c:v>
                </c:pt>
                <c:pt idx="10">
                  <c:v>433241.5</c:v>
                </c:pt>
                <c:pt idx="11">
                  <c:v>467820.75</c:v>
                </c:pt>
                <c:pt idx="12">
                  <c:v>504048.5</c:v>
                </c:pt>
                <c:pt idx="13">
                  <c:v>543581.1</c:v>
                </c:pt>
                <c:pt idx="14">
                  <c:v>585939.7</c:v>
                </c:pt>
                <c:pt idx="15">
                  <c:v>632184.05</c:v>
                </c:pt>
                <c:pt idx="16">
                  <c:v>682015.85</c:v>
                </c:pt>
                <c:pt idx="17">
                  <c:v>735474.35</c:v>
                </c:pt>
                <c:pt idx="18">
                  <c:v>793187.55</c:v>
                </c:pt>
                <c:pt idx="19">
                  <c:v>856372.2</c:v>
                </c:pt>
                <c:pt idx="20">
                  <c:v>920671.55</c:v>
                </c:pt>
                <c:pt idx="21">
                  <c:v>996871.5</c:v>
                </c:pt>
                <c:pt idx="22">
                  <c:v>1054160.8</c:v>
                </c:pt>
                <c:pt idx="23">
                  <c:v>1118083.35</c:v>
                </c:pt>
                <c:pt idx="24">
                  <c:v>1175718.05</c:v>
                </c:pt>
                <c:pt idx="25">
                  <c:v>1226845.1</c:v>
                </c:pt>
                <c:pt idx="26">
                  <c:v>1283161.0</c:v>
                </c:pt>
                <c:pt idx="27">
                  <c:v>1328808.75</c:v>
                </c:pt>
                <c:pt idx="28">
                  <c:v>1377816.3</c:v>
                </c:pt>
                <c:pt idx="29">
                  <c:v>1429500.7</c:v>
                </c:pt>
                <c:pt idx="30">
                  <c:v>1484953.1</c:v>
                </c:pt>
                <c:pt idx="31">
                  <c:v>1545570.8</c:v>
                </c:pt>
                <c:pt idx="32">
                  <c:v>1610788.6</c:v>
                </c:pt>
                <c:pt idx="33">
                  <c:v>1682011.65</c:v>
                </c:pt>
                <c:pt idx="34">
                  <c:v>1759616.75</c:v>
                </c:pt>
                <c:pt idx="35">
                  <c:v>1844271.15</c:v>
                </c:pt>
                <c:pt idx="36">
                  <c:v>1935166.3</c:v>
                </c:pt>
                <c:pt idx="37">
                  <c:v>2018768.8</c:v>
                </c:pt>
                <c:pt idx="38">
                  <c:v>2109601.15</c:v>
                </c:pt>
                <c:pt idx="39">
                  <c:v>2208314.9</c:v>
                </c:pt>
                <c:pt idx="40">
                  <c:v>2314784.45</c:v>
                </c:pt>
                <c:pt idx="41">
                  <c:v>2430619.05</c:v>
                </c:pt>
                <c:pt idx="42">
                  <c:v>2555245.65</c:v>
                </c:pt>
                <c:pt idx="43">
                  <c:v>2688193.25</c:v>
                </c:pt>
                <c:pt idx="44">
                  <c:v>2831024.0</c:v>
                </c:pt>
                <c:pt idx="45">
                  <c:v>2985237.25</c:v>
                </c:pt>
                <c:pt idx="46">
                  <c:v>3150754.5</c:v>
                </c:pt>
                <c:pt idx="47">
                  <c:v>3312676.45</c:v>
                </c:pt>
                <c:pt idx="48">
                  <c:v>3486169.3</c:v>
                </c:pt>
                <c:pt idx="49">
                  <c:v>3670479.45</c:v>
                </c:pt>
                <c:pt idx="50">
                  <c:v>3871651.4</c:v>
                </c:pt>
                <c:pt idx="51">
                  <c:v>4103838.7</c:v>
                </c:pt>
                <c:pt idx="52">
                  <c:v>4354222.3</c:v>
                </c:pt>
                <c:pt idx="53">
                  <c:v>4622417.55</c:v>
                </c:pt>
                <c:pt idx="54">
                  <c:v>4912318.05</c:v>
                </c:pt>
                <c:pt idx="55">
                  <c:v>5223531.3</c:v>
                </c:pt>
                <c:pt idx="56">
                  <c:v>5558938.25</c:v>
                </c:pt>
                <c:pt idx="57">
                  <c:v>5918515.35</c:v>
                </c:pt>
                <c:pt idx="58">
                  <c:v>6305120.0</c:v>
                </c:pt>
                <c:pt idx="59">
                  <c:v>6719866.9</c:v>
                </c:pt>
                <c:pt idx="60">
                  <c:v>7131073.45</c:v>
                </c:pt>
                <c:pt idx="61">
                  <c:v>7523942.4</c:v>
                </c:pt>
                <c:pt idx="62">
                  <c:v>7942355.25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1E293B"/>
                </a:solidFill>
                <a:latin typeface="Microsoft JhengHei"/>
              </a:rPr>
              <a:t>盈御 3 與自願醫保說明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方案 A：兩張盈御 3，儲蓄保費每年 HK$ 24,000，供 20 年</a:t>
            </a:r>
          </a:p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方案 B：一張盈御 3，儲蓄保費每年 HK$ 39,000，供 10 年</a:t>
            </a:r>
          </a:p>
          <a:p>
            <a:pPr algn="ctr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兩邊都另加同一列醫療保費，並由 60 歲起按現金提取舉例領錢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754880"/>
            <a:ext cx="5760720" cy="548640"/>
          </a:xfrm>
          <a:prstGeom prst="roundRect">
            <a:avLst/>
          </a:prstGeom>
          <a:solidFill>
            <a:srgbClr val="FDE047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846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</a:rPr>
              <a:t>CHAN MANDY · 2019 年 37 歲投保 · 表由 38 歲起算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方案 A 是兩張單，方案 B 是一張單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9260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93B"/>
                </a:solidFill>
                <a:latin typeface="Microsoft JhengHei"/>
              </a:rPr>
              <a:t>方案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10 年繳。第 1 年是 38 歲。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基本保費每年 3,000 美元。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97280"/>
            <a:ext cx="3657600" cy="2926080"/>
          </a:xfrm>
          <a:prstGeom prst="roundRect">
            <a:avLst/>
          </a:prstGeom>
          <a:solidFill>
            <a:srgbClr val="FDE047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93B"/>
                </a:solidFill>
                <a:latin typeface="Microsoft JhengHei"/>
              </a:rPr>
              <a:t>方案 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10 年繳。第 1 年是 48 歲。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48 歲之前這張單還未開始。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657600" cy="2926080"/>
          </a:xfrm>
          <a:prstGeom prst="roundRect">
            <a:avLst/>
          </a:prstGeom>
          <a:solidFill>
            <a:srgbClr val="FFE4E6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93B"/>
                </a:solidFill>
                <a:latin typeface="Microsoft JhengHei"/>
              </a:rPr>
              <a:t>方案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10 年繳。第 1 年是 38 歲。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基本保費每年 5,000 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圖上的儲蓄保費用總表的港元整數：方案 A 每年 HK$ 24,000，方案 B 每年 HK$ 39,000。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建議書按 7.85 計是 HK$ 23,550 和 HK$ 39,250。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儲蓄本金方案 A HK$ 480,000，方案 B HK$ 390,000，相差 HK$ 90,000。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每年儲蓄保費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方案 A 供到 57 歲。方案 B 供到 47 歲。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51560"/>
          <a:ext cx="114300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醫療保費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兩份總表同一列。38 歲 HK$ 6,056.80，100 歲 HK$ 85,424.80，合計 HK$ 2,343,128.80。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51560"/>
          <a:ext cx="114300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每年一共要繳多少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47 歲 A HK$ 314,233.60，B HK$ 464,233.60。100 歲 A HK$ 2,823,128.80，B HK$ 2,733,128.80。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114300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提取節奏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金額來自三份建議書的現金提取舉例。方案 A 是 A2 加 A1。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3749039" cy="40233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A2 · 38 歲開始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60–74 歲每年 HK$ 23,550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75–85 歲每年 HK$ 31,400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86–100 歲每年 HK$ 39,250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合計 HK$ 1,287,400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097280"/>
            <a:ext cx="3749039" cy="4023360"/>
          </a:xfrm>
          <a:prstGeom prst="roundRect">
            <a:avLst/>
          </a:prstGeom>
          <a:solidFill>
            <a:srgbClr val="FDE047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A1 · 48 歲開始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65–74 歲每年 HK$ 15,700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75–85 歲每年 HK$ 23,550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86–100 歲每年 HK$ 31,400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合計 HK$ 887,050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097280"/>
            <a:ext cx="3749039" cy="4023360"/>
          </a:xfrm>
          <a:prstGeom prst="roundRect">
            <a:avLst/>
          </a:prstGeom>
          <a:solidFill>
            <a:srgbClr val="FFE4E6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2801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方案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82880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60–64 歲每年 HK$ 23,550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65–74 歲每年 HK$ 39,250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75–84 歲每年 HK$ 54,950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85–100 歲每年 HK$ 70,650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合計 HK$ 2,190,150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0352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只有 85 歲不同：方案 A 提取 HK$ 54,950，方案 B 提取 HK$ 70,650。終身相差 HK$ 15,700。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每年提取多少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685800"/>
          <a:ext cx="11612880" cy="5577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累計提取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100 歲：方案 A HK$ 2,174,450，方案 B HK$ 2,190,150。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960120"/>
          <a:ext cx="116128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當年提取和當年醫療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82–84 歲兩邊都少於醫療。85 歲只有方案 A 少於醫療。89–100 歲兩邊都少於醫療。100 歲相差 HK$ 14,774.80。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097280"/>
          <a:ext cx="1161288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方案 A 退保價值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不提取對照提取後。48 歲起是兩張單相加。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960120"/>
          <a:ext cx="116128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方案 B 退保價值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78350F"/>
                </a:solidFill>
                <a:latin typeface="Microsoft JhengHei"/>
              </a:rPr>
              <a:t>提取後的線就是總表的可退保現金價值。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960120"/>
          <a:ext cx="1161288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Microsoft JhengHei"/>
              </a:rPr>
              <a:t>提取之後，兩邊還剩多少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640080"/>
          <a:ext cx="11612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60 歲  A HK$ 925,515.00    B HK$ 1,054,160.80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85 歲  A HK$ 2,741,753.80    B HK$ 3,312,676.45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E293B"/>
                </a:solidFill>
                <a:latin typeface="Microsoft JhengHei"/>
              </a:rPr>
              <a:t>100 歲 A HK$ 6,349,323.35    B HK$ 7,942,355.25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E293B"/>
                </a:solidFill>
                <a:latin typeface="Microsoft JhengHei"/>
              </a:rPr>
              <a:t>100 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669280" cy="47548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93B"/>
                </a:solidFill>
                <a:latin typeface="Microsoft JhengHei"/>
              </a:rPr>
              <a:t>方案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不提取 HK$ 14,592,718.25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已提取 HK$ 2,174,450.00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提取後 HK$ 6,349,323.35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連醫療已繳 HK$ 2,823,128.80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4754880"/>
          </a:xfrm>
          <a:prstGeom prst="roundRect">
            <a:avLst/>
          </a:prstGeom>
          <a:solidFill>
            <a:srgbClr val="FDE047"/>
          </a:solidFill>
          <a:ln w="2857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E293B"/>
                </a:solidFill>
                <a:latin typeface="Microsoft JhengHei"/>
              </a:rPr>
              <a:t>方案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不提取 HK$ 15,880,871.85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已提取 HK$ 2,190,150.00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提取後 HK$ 7,942,355.25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E293B"/>
                </a:solidFill>
                <a:latin typeface="Microsoft JhengHei"/>
              </a:rPr>
              <a:t>連醫療已繳 HK$ 2,733,128.80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E293B"/>
                </a:solidFill>
                <a:latin typeface="Microsoft JhengHei"/>
              </a:rPr>
              <a:t>怎樣讀這些數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退保價值大部分是非保證的終期分紅。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提取先從可套現的復歸紅利及其終期分紅扣除。超出的部分會動用保證現金價值，並減少基本金額。提取後的數字已經反映這件事。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不要用不提取的退保價值減去提取金額，來估算提取後還剩多少。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47 歲兩邊的退保價值仍低於已繳保費。57 歲兩邊都高過已繳保費，那時還沒有開始提取。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1E293B"/>
                </a:solidFill>
                <a:latin typeface="Microsoft JhengHei"/>
              </a:rPr>
              <a:t>這不是免遺產認證的承諾，也不是買賣要約。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7395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78350F"/>
                </a:solidFill>
                <a:latin typeface="Microsoft JhengHei"/>
              </a:rPr>
              <a:t>說明數字，不是保證，也不是要約。港元 = 美元 × 7.85。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E293B"/>
                </a:solidFill>
                <a:latin typeface="Microsoft JhengHei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附錄 · 38–53 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457200"/>
          <a:ext cx="117957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68680"/>
                <a:gridCol w="1234440"/>
                <a:gridCol w="1143000"/>
                <a:gridCol w="1143000"/>
                <a:gridCol w="1691640"/>
                <a:gridCol w="1691640"/>
                <a:gridCol w="1645920"/>
                <a:gridCol w="1645920"/>
              </a:tblGrid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年份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醫療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38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HK$ 6,056.80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39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HK$ 6,228.00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HK$ 6,482.40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HK$ 19,648.55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HK$ 32,750.20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HK$ 19,648.55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HK$ 32,750.20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HK$ 6,810.40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HK$ 40,851.40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HK$ 68,083.05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HK$ 40,851.40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HK$ 68,083.05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HK$ 7,168.00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HK$ 69,001.50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HK$ 115,002.50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HK$ 69,001.50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HK$ 115,002.50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HK$ 7,544.80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HK$ 87,064.35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HK$ 145,099.40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HK$ 87,064.35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HK$ 145,099.40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HK$ 7,987.20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HK$ 119,728.20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HK$ 199,539.15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HK$ 119,728.20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HK$ 199,539.15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HK$ 8,325.60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HK$ 170,368.55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HK$ 283,950.20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HK$ 170,368.55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HK$ 283,950.20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HK$ 8,645.60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HK$ 206,580.60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HK$ 344,293.15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HK$ 206,580.60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HK$ 344,293.15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2029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HK$ 8,984.80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HK$ 247,604.70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HK$ 412,674.50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HK$ 247,604.70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HK$ 412,674.50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HK$ 9,292.80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HK$ 259,944.90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HK$ 433,241.50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HK$ 259,944.90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HK$ 433,241.50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49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HK$ 9,732.00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HK$ 280,700.30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HK$ 467,820.75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HK$ 280,700.30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HK$ 467,820.75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HK$ 10,154.40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HK$ 322,077.65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HK$ 504,048.50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HK$ 322,077.65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HK$ 504,048.50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HK$ 10,979.20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HK$ 367,003.20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HK$ 543,581.10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HK$ 367,003.20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HK$ 543,581.10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HK$ 11,612.00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HK$ 420,571.60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HK$ 585,939.70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HK$ 420,571.60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HK$ 585,939.70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56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HK$ 12,084.80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HK$ 466,376.35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HK$ 632,184.05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HK$ 466,376.35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HK$ 632,184.05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附錄 · 54–69 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457200"/>
          <a:ext cx="117957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68680"/>
                <a:gridCol w="1234440"/>
                <a:gridCol w="1143000"/>
                <a:gridCol w="1143000"/>
                <a:gridCol w="1691640"/>
                <a:gridCol w="1691640"/>
                <a:gridCol w="1645920"/>
                <a:gridCol w="1645920"/>
              </a:tblGrid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年份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醫療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HK$ 12,632.80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HK$ 528,940.85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HK$ 682,015.85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HK$ 528,940.85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HK$ 682,015.85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HK$ 13,212.80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HK$ 611,656.30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HK$ 735,474.35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HK$ 611,656.30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HK$ 735,474.35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HK$ 13,836.00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HK$ 682,502.55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HK$ 793,187.55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HK$ 682,502.55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HK$ 793,187.55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2039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HK$ 14,701.60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HK$ 761,434.30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HK$ 856,372.20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HK$ 761,434.30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HK$ 856,372.20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HK$ 15,432.80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HK$ 812,357.25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HK$ 920,671.55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HK$ 812,357.25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HK$ 920,671.55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59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HK$ 16,196.00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HK$ 878,831.05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HK$ 996,871.50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HK$ 878,831.05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HK$ 996,871.50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HK$ 17,027.20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HK$ 949,065.00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HK$ 1,077,710.80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HK$ 925,515.00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HK$ 1,054,160.80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HK$ 18,176.80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HK$ 1,026,042.10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HK$ 1,166,470.75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HK$ 977,654.70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HK$ 1,118,083.35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HK$ 19,460.00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HK$ 1,102,037.95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HK$ 1,250,764.05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HK$ 1,026,991.95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HK$ 1,175,718.05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HK$ 20,704.00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HK$ 1,177,138.90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HK$ 1,329,687.95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HK$ 1,074,162.60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HK$ 1,226,845.10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HK$ 21,959.20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HK$ 23,550.00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HK$ 1,258,535.55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HK$ 1,415,519.85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HK$ 1,125,744.95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HK$ 1,283,161.00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HK$ 23,051.20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HK$ 1,346,322.10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HK$ 1,508,377.50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HK$ 1,165,984.05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HK$ 1,328,808.75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HK$ 24,604.00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HK$ 1,440,537.80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HK$ 1,607,672.15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HK$ 1,209,732.10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HK$ 1,377,816.30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2049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HK$ 25,984.80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HK$ 1,542,689.85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HK$ 1,714,746.15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HK$ 1,256,973.40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HK$ 1,429,500.70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HK$ 27,374.40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HK$ 1,648,641.30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HK$ 1,827,024.70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HK$ 1,305,714.05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HK$ 1,484,953.10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56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69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HK$ 28,776.00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HK$ 1,767,184.15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HK$ 1,948,393.55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HK$ 1,362,461.70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HK$ 1,545,570.80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附錄 · 70–85 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457200"/>
          <a:ext cx="117957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68680"/>
                <a:gridCol w="1234440"/>
                <a:gridCol w="1143000"/>
                <a:gridCol w="1143000"/>
                <a:gridCol w="1691640"/>
                <a:gridCol w="1691640"/>
                <a:gridCol w="1645920"/>
                <a:gridCol w="1645920"/>
              </a:tblGrid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年份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醫療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HK$ 30,235.20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HK$ 1,893,836.05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HK$ 2,078,632.90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HK$ 1,422,867.45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HK$ 1,610,788.60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HK$ 32,052.80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HK$ 2,031,697.75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HK$ 2,219,650.30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HK$ 1,489,616.00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HK$ 1,682,011.65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HK$ 34,171.20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HK$ 2,173,829.85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HK$ 2,372,238.60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HK$ 1,555,775.80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HK$ 1,759,616.75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HK$ 36,288.80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HK$ 2,320,405.05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HK$ 2,537,598.85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HK$ 1,622,069.05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HK$ 1,844,271.15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HK$ 38,404.80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HK$ 39,250.00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HK$ 2,478,284.25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HK$ 2,714,906.80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HK$ 1,693,943.65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HK$ 1,935,166.30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HK$ 40,522.40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HK$ 2,649,524.15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HK$ 2,907,443.75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HK$ 1,756,830.00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HK$ 2,018,768.80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HK$ 43,017.60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HK$ 2,833,936.35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HK$ 3,115,484.45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HK$ 1,824,944.45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HK$ 2,109,601.15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2059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HK$ 45,153.60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HK$ 3,033,145.80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HK$ 3,340,426.20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HK$ 1,898,310.55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HK$ 2,208,314.90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HK$ 47,288.00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HK$ 3,245,849.40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HK$ 3,582,653.65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HK$ 1,977,360.05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HK$ 2,314,784.45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79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HK$ 49,424.80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HK$ 3,476,050.65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HK$ 3,844,945.70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HK$ 2,063,615.85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HK$ 2,430,619.05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HK$ 51,560.80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HK$ 3,723,388.45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HK$ 4,126,917.70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HK$ 2,156,465.65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HK$ 2,555,245.65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HK$ 54,167.20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HK$ 3,988,781.25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HK$ 4,428,224.25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HK$ 2,256,278.40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HK$ 2,688,193.25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HK$ 56,322.40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HK$ 4,274,489.85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HK$ 4,751,809.10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HK$ 2,364,058.90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HK$ 2,831,024.00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HK$ 58,476.00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HK$ 4,582,987.00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HK$ 5,100,608.15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HK$ 2,480,898.30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HK$ 2,985,237.25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44244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HK$ 60,631.20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HK$ 4,913,982.25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HK$ 5,474,958.95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HK$ 2,606,325.60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HK$ 3,150,754.50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44256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HK$ 62,787.20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HK$ 54,950.00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HK$ 5,270,552.80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HK$ 5,876,682.70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HK$ 2,741,753.80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HK$ 3,312,676.45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E293B"/>
                </a:solidFill>
                <a:latin typeface="Microsoft JhengHei"/>
              </a:rPr>
              <a:t>附錄 · 86–100 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457200"/>
          <a:ext cx="1179576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68680"/>
                <a:gridCol w="1234440"/>
                <a:gridCol w="1143000"/>
                <a:gridCol w="1143000"/>
                <a:gridCol w="1691640"/>
                <a:gridCol w="169164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年份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醫療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B不提取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A提取後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E293B"/>
                          </a:solidFill>
                          <a:latin typeface="Microsoft JhengHei"/>
                        </a:rPr>
                        <a:t>B提取後</a:t>
                      </a:r>
                    </a:p>
                  </a:txBody>
                  <a:tcPr marL="27432" marR="27432">
                    <a:solidFill>
                      <a:srgbClr val="FDE0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HK$ 64,941.60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HK$ 5,653,781.95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HK$ 6,307,341.55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HK$ 2,871,773.35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HK$ 3,486,169.30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2069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HK$ 67,096.00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HK$ 6,064,015.10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HK$ 6,766,126.95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HK$ 3,010,859.65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HK$ 3,670,479.45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HK$ 69,250.40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HK$ 6,508,482.10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HK$ 7,264,672.60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HK$ 3,162,199.80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HK$ 3,871,651.40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89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HK$ 71,405.60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HK$ 7,005,190.85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HK$ 7,830,218.00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HK$ 3,334,177.60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HK$ 4,103,838.70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HK$ 73,560.80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HK$ 7,540,262.55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HK$ 8,440,006.00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HK$ 3,519,523.95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HK$ 4,354,222.30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HK$ 75,714.40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HK$ 8,063,080.40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HK$ 9,010,065.15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HK$ 3,717,783.55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HK$ 4,622,417.55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HK$ 76,766.40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HK$ 8,608,631.85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HK$ 9,595,714.40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HK$ 3,931,751.00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HK$ 4,912,318.05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93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HK$ 77,808.80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HK$ 9,192,145.90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HK$ 10,219,444.00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HK$ 4,161,834.50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HK$ 5,223,531.30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94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HK$ 78,878.40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HK$ 9,815,326.00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HK$ 10,883,703.15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HK$ 4,409,517.70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HK$ 5,558,938.25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HK$ 79,921.60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HK$ 10,480,833.30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HK$ 11,591,145.15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HK$ 4,675,122.45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HK$ 5,918,515.35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96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HK$ 81,028.00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HK$ 11,191,297.55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HK$ 12,344,572.45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HK$ 4,960,407.15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HK$ 6,305,120.00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97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2079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HK$ 82,070.40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HK$ 11,948,006.15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HK$ 13,146,968.05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HK$ 5,265,654.40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HK$ 6,719,866.90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98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HK$ 83,230.40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HK$ 12,759,876.70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HK$ 14,001,519.05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HK$ 5,602,113.25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HK$ 7,131,073.45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99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2081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HK$ 84,308.80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HK$ 13,645,278.20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HK$ 14,911,616.65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HK$ 5,962,114.25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HK$ 7,523,942.40</a:t>
                      </a:r>
                    </a:p>
                  </a:txBody>
                  <a:tcPr marL="27432" marR="27432">
                    <a:solidFill>
                      <a:srgbClr val="FFE4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100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2082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HK$ 85,424.80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HK$ 70,650.00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HK$ 14,592,718.25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HK$ 15,880,871.85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HK$ 6,349,323.35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93B"/>
                          </a:solidFill>
                          <a:latin typeface="Microsoft JhengHei"/>
                        </a:rPr>
                        <a:t>HK$ 7,942,355.25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